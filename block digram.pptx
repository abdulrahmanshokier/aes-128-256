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63" r:id="rId2"/>
    <p:sldId id="256" r:id="rId3"/>
    <p:sldId id="261" r:id="rId4"/>
    <p:sldId id="257" r:id="rId5"/>
    <p:sldId id="258" r:id="rId6"/>
    <p:sldId id="262" r:id="rId7"/>
    <p:sldId id="259" r:id="rId8"/>
    <p:sldId id="264" r:id="rId9"/>
    <p:sldId id="265" r:id="rId10"/>
    <p:sldId id="272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96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DC8440-7A2E-4222-9B6A-0DD1C564546D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F892FD-D3D1-4262-97B2-43B9C3115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501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6B773-0256-49E2-221D-F4943E6DE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D52AFC-F850-6899-67CD-C3617CE9F4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DCD775-B266-8670-2A49-B5DE03E02F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BF1A7A-9F63-208D-CB4F-F3C93755F3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892FD-D3D1-4262-97B2-43B9C3115A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432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892FD-D3D1-4262-97B2-43B9C3115A4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755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16332-90EC-ED42-0B90-906884AFE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EA2D67-1139-94E5-DAB7-CA4427BA20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F61EB5-320D-93AA-12AC-C5E5AA60A5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41FBBA-7DE7-1BB4-3A5B-3960BE1FBF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892FD-D3D1-4262-97B2-43B9C3115A4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058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06E62-A5BF-703F-2311-A41B41244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59AEE6-A6FC-9FB4-3AA1-7313221F79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4554D7-C945-9E00-5647-3CB462AFBD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C63F0-741D-1E65-C1E1-2096DD488C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892FD-D3D1-4262-97B2-43B9C3115A4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7129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D7231-5FFB-A6EB-8CA0-77F5D4C24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BD72AE-78E6-D04F-7D83-85B7717C86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FCB25F-A035-F37B-A0C8-7864168DC9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98D6A-0138-06D4-0B17-D833164B64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892FD-D3D1-4262-97B2-43B9C3115A4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1732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D6CD7-367C-6084-53E4-E0C069FB5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772D17-BB99-E2AC-055E-B33E4FFE81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2DC3E3-1755-1FCC-75F5-AB656F2A00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378365-C9BF-66E7-F164-AA45B5BE9E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892FD-D3D1-4262-97B2-43B9C3115A4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5046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0C381-6982-6D0C-E848-E73F3AD94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56FE14-495C-FEBC-7CE1-F0F0238104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F0233D-B14E-8761-E288-36A2FCFE6F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5B442A-EE71-2305-328A-9E70A8A8F0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892FD-D3D1-4262-97B2-43B9C3115A4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6019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E1C44-51BC-4938-862C-9DA533635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15CEE8-50F4-001D-E03C-EE37B5E021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049217-8E96-2467-51AC-55A6827601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62B210-203E-65E0-6C6C-F7BA2D364C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892FD-D3D1-4262-97B2-43B9C3115A4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150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98122-2CD8-2818-8E67-674354D40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94899E-0CC9-68C1-EA75-9112C73E8A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16607D-0E62-91AD-4A98-045DCC4FF1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B5270-3BBF-16FE-7140-749358325E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892FD-D3D1-4262-97B2-43B9C3115A4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2329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6E9D3-B28F-F918-1F2B-1EBD1A691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4808FC-EBCA-77B9-0215-BF0E817E1A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2C0DFD-3896-C7A3-80D7-2E9118FFF4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F92BD-AF91-93C1-28BC-E73DAD397F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892FD-D3D1-4262-97B2-43B9C3115A4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5852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6C2F2-F0CC-A4CA-5D39-88508FAB8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D56CDF-7912-BAD5-2917-97419F1BCE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CFA96B-119A-607A-A444-82B57BD793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73E9EA-72C9-FB9C-B4DD-20708674E8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892FD-D3D1-4262-97B2-43B9C3115A4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785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F79D3-17D5-46B1-9DE8-D2B97F7F667D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08B64-24C4-4C91-BD02-741BF25F8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984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F79D3-17D5-46B1-9DE8-D2B97F7F667D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08B64-24C4-4C91-BD02-741BF25F8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735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F79D3-17D5-46B1-9DE8-D2B97F7F667D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08B64-24C4-4C91-BD02-741BF25F8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986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F79D3-17D5-46B1-9DE8-D2B97F7F667D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08B64-24C4-4C91-BD02-741BF25F8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161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F79D3-17D5-46B1-9DE8-D2B97F7F667D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08B64-24C4-4C91-BD02-741BF25F8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625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F79D3-17D5-46B1-9DE8-D2B97F7F667D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08B64-24C4-4C91-BD02-741BF25F8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150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F79D3-17D5-46B1-9DE8-D2B97F7F667D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08B64-24C4-4C91-BD02-741BF25F8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338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F79D3-17D5-46B1-9DE8-D2B97F7F667D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08B64-24C4-4C91-BD02-741BF25F8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203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F79D3-17D5-46B1-9DE8-D2B97F7F667D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08B64-24C4-4C91-BD02-741BF25F8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648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F79D3-17D5-46B1-9DE8-D2B97F7F667D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08B64-24C4-4C91-BD02-741BF25F8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354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F79D3-17D5-46B1-9DE8-D2B97F7F667D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08B64-24C4-4C91-BD02-741BF25F8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96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024F79D3-17D5-46B1-9DE8-D2B97F7F667D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7108B64-24C4-4C91-BD02-741BF25F8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5369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slide" Target="slide4.xml"/><Relationship Id="rId4" Type="http://schemas.openxmlformats.org/officeDocument/2006/relationships/slide" Target="slide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slide" Target="slide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88262-EF0F-F6C0-1164-6C068FB49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3" action="ppaction://hlinksldjump"/>
            <a:extLst>
              <a:ext uri="{FF2B5EF4-FFF2-40B4-BE49-F238E27FC236}">
                <a16:creationId xmlns:a16="http://schemas.microsoft.com/office/drawing/2014/main" id="{A02A1786-C26C-E446-09F8-FA533A4F1E42}"/>
              </a:ext>
            </a:extLst>
          </p:cNvPr>
          <p:cNvSpPr/>
          <p:nvPr/>
        </p:nvSpPr>
        <p:spPr>
          <a:xfrm>
            <a:off x="2033173" y="1278193"/>
            <a:ext cx="1117721" cy="112062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FE267A4-2CF8-83D5-0BF8-D9CC839F92B5}"/>
              </a:ext>
            </a:extLst>
          </p:cNvPr>
          <p:cNvCxnSpPr>
            <a:cxnSpLocks/>
          </p:cNvCxnSpPr>
          <p:nvPr/>
        </p:nvCxnSpPr>
        <p:spPr>
          <a:xfrm flipV="1">
            <a:off x="3150894" y="1862006"/>
            <a:ext cx="946950" cy="8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E085F9E-AB60-BBB2-1B5E-E81B779E3B35}"/>
              </a:ext>
            </a:extLst>
          </p:cNvPr>
          <p:cNvSpPr txBox="1"/>
          <p:nvPr/>
        </p:nvSpPr>
        <p:spPr>
          <a:xfrm>
            <a:off x="4764420" y="137486"/>
            <a:ext cx="26631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System diagram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7D9F1B-CCF3-0805-243C-C5839D3D88BC}"/>
              </a:ext>
            </a:extLst>
          </p:cNvPr>
          <p:cNvSpPr txBox="1"/>
          <p:nvPr/>
        </p:nvSpPr>
        <p:spPr>
          <a:xfrm>
            <a:off x="2026891" y="1684615"/>
            <a:ext cx="1117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Encryption</a:t>
            </a:r>
            <a:endParaRPr lang="en-US" dirty="0"/>
          </a:p>
        </p:txBody>
      </p:sp>
      <p:sp>
        <p:nvSpPr>
          <p:cNvPr id="10" name="Rectangle 9">
            <a:hlinkClick r:id="rId4" action="ppaction://hlinksldjump"/>
            <a:extLst>
              <a:ext uri="{FF2B5EF4-FFF2-40B4-BE49-F238E27FC236}">
                <a16:creationId xmlns:a16="http://schemas.microsoft.com/office/drawing/2014/main" id="{097DD7CC-3EE4-CF4F-C6A1-6BA91FAFEE42}"/>
              </a:ext>
            </a:extLst>
          </p:cNvPr>
          <p:cNvSpPr/>
          <p:nvPr/>
        </p:nvSpPr>
        <p:spPr>
          <a:xfrm>
            <a:off x="4097844" y="1301694"/>
            <a:ext cx="1117721" cy="112062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F231C9A-EDF4-A500-293C-200F5E730D29}"/>
              </a:ext>
            </a:extLst>
          </p:cNvPr>
          <p:cNvCxnSpPr>
            <a:cxnSpLocks/>
          </p:cNvCxnSpPr>
          <p:nvPr/>
        </p:nvCxnSpPr>
        <p:spPr>
          <a:xfrm flipV="1">
            <a:off x="5215565" y="1885507"/>
            <a:ext cx="946950" cy="8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2F3050F-A0A1-033C-5866-D1F67CD1274E}"/>
              </a:ext>
            </a:extLst>
          </p:cNvPr>
          <p:cNvSpPr txBox="1"/>
          <p:nvPr/>
        </p:nvSpPr>
        <p:spPr>
          <a:xfrm>
            <a:off x="4176947" y="1492674"/>
            <a:ext cx="9595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Reed Solomon encoder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DDE1A3-EF08-2011-D637-6A73CD3DD29F}"/>
              </a:ext>
            </a:extLst>
          </p:cNvPr>
          <p:cNvSpPr/>
          <p:nvPr/>
        </p:nvSpPr>
        <p:spPr>
          <a:xfrm>
            <a:off x="6162515" y="1278193"/>
            <a:ext cx="1117721" cy="112062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961990A-4F77-A4CA-D23E-5C746E6A8636}"/>
              </a:ext>
            </a:extLst>
          </p:cNvPr>
          <p:cNvCxnSpPr>
            <a:cxnSpLocks/>
          </p:cNvCxnSpPr>
          <p:nvPr/>
        </p:nvCxnSpPr>
        <p:spPr>
          <a:xfrm flipV="1">
            <a:off x="7280236" y="1862006"/>
            <a:ext cx="946950" cy="8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4E064EA-CD0A-F70A-BDAA-31DD0DCF93DA}"/>
              </a:ext>
            </a:extLst>
          </p:cNvPr>
          <p:cNvSpPr txBox="1"/>
          <p:nvPr/>
        </p:nvSpPr>
        <p:spPr>
          <a:xfrm>
            <a:off x="6162515" y="1684616"/>
            <a:ext cx="1117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Modulation</a:t>
            </a:r>
            <a:endParaRPr lang="en-US" dirty="0"/>
          </a:p>
        </p:txBody>
      </p:sp>
      <p:sp>
        <p:nvSpPr>
          <p:cNvPr id="16" name="Rectangle 15">
            <a:hlinkClick r:id="rId5" action="ppaction://hlinksldjump"/>
            <a:extLst>
              <a:ext uri="{FF2B5EF4-FFF2-40B4-BE49-F238E27FC236}">
                <a16:creationId xmlns:a16="http://schemas.microsoft.com/office/drawing/2014/main" id="{10047B47-B4A6-8183-F477-B7230AD88706}"/>
              </a:ext>
            </a:extLst>
          </p:cNvPr>
          <p:cNvSpPr/>
          <p:nvPr/>
        </p:nvSpPr>
        <p:spPr>
          <a:xfrm>
            <a:off x="2026891" y="4017626"/>
            <a:ext cx="1117721" cy="112062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5467F18-05C8-F710-1A25-407967DF9B5A}"/>
              </a:ext>
            </a:extLst>
          </p:cNvPr>
          <p:cNvCxnSpPr>
            <a:cxnSpLocks/>
          </p:cNvCxnSpPr>
          <p:nvPr/>
        </p:nvCxnSpPr>
        <p:spPr>
          <a:xfrm flipH="1" flipV="1">
            <a:off x="3144612" y="4601439"/>
            <a:ext cx="946950" cy="8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E0F6446-65FB-C214-2797-15087AFE4F38}"/>
              </a:ext>
            </a:extLst>
          </p:cNvPr>
          <p:cNvSpPr txBox="1"/>
          <p:nvPr/>
        </p:nvSpPr>
        <p:spPr>
          <a:xfrm>
            <a:off x="2020609" y="4424048"/>
            <a:ext cx="1117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decryption</a:t>
            </a:r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4E98B86-1AF8-7B20-305E-BA04B1CC31EE}"/>
              </a:ext>
            </a:extLst>
          </p:cNvPr>
          <p:cNvSpPr/>
          <p:nvPr/>
        </p:nvSpPr>
        <p:spPr>
          <a:xfrm>
            <a:off x="4091562" y="4041127"/>
            <a:ext cx="1117721" cy="112062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9042ED9-06CE-9E74-E303-5C646005BA85}"/>
              </a:ext>
            </a:extLst>
          </p:cNvPr>
          <p:cNvCxnSpPr>
            <a:cxnSpLocks/>
          </p:cNvCxnSpPr>
          <p:nvPr/>
        </p:nvCxnSpPr>
        <p:spPr>
          <a:xfrm flipH="1" flipV="1">
            <a:off x="5209283" y="4624940"/>
            <a:ext cx="946950" cy="8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3650C7D-77B5-0886-B8D5-07A6F768C71A}"/>
              </a:ext>
            </a:extLst>
          </p:cNvPr>
          <p:cNvSpPr txBox="1"/>
          <p:nvPr/>
        </p:nvSpPr>
        <p:spPr>
          <a:xfrm>
            <a:off x="4170665" y="4232107"/>
            <a:ext cx="9595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Reed Solomon Decoder</a:t>
            </a:r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386FFED-F946-66CA-2413-76568A6D80F4}"/>
              </a:ext>
            </a:extLst>
          </p:cNvPr>
          <p:cNvSpPr/>
          <p:nvPr/>
        </p:nvSpPr>
        <p:spPr>
          <a:xfrm>
            <a:off x="6156233" y="4017626"/>
            <a:ext cx="1117721" cy="112062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5C32C5A-17C4-BB7D-3C69-BA213B1F4218}"/>
              </a:ext>
            </a:extLst>
          </p:cNvPr>
          <p:cNvCxnSpPr>
            <a:cxnSpLocks/>
          </p:cNvCxnSpPr>
          <p:nvPr/>
        </p:nvCxnSpPr>
        <p:spPr>
          <a:xfrm flipH="1" flipV="1">
            <a:off x="7273954" y="4601439"/>
            <a:ext cx="946950" cy="8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DC340188-95AF-77CA-90E0-A60498556761}"/>
              </a:ext>
            </a:extLst>
          </p:cNvPr>
          <p:cNvSpPr txBox="1"/>
          <p:nvPr/>
        </p:nvSpPr>
        <p:spPr>
          <a:xfrm>
            <a:off x="6065884" y="4453736"/>
            <a:ext cx="129841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Demodulation</a:t>
            </a:r>
          </a:p>
        </p:txBody>
      </p:sp>
      <p:sp>
        <p:nvSpPr>
          <p:cNvPr id="37" name="Thought Bubble: Cloud 36">
            <a:extLst>
              <a:ext uri="{FF2B5EF4-FFF2-40B4-BE49-F238E27FC236}">
                <a16:creationId xmlns:a16="http://schemas.microsoft.com/office/drawing/2014/main" id="{E12776D8-13C8-8F74-AC91-2BA572DF7CF4}"/>
              </a:ext>
            </a:extLst>
          </p:cNvPr>
          <p:cNvSpPr/>
          <p:nvPr/>
        </p:nvSpPr>
        <p:spPr>
          <a:xfrm>
            <a:off x="8631770" y="2525789"/>
            <a:ext cx="1910351" cy="1121088"/>
          </a:xfrm>
          <a:custGeom>
            <a:avLst/>
            <a:gdLst>
              <a:gd name="csX0" fmla="*/ 3900 w 43200"/>
              <a:gd name="csY0" fmla="*/ 14370 h 43200"/>
              <a:gd name="csX1" fmla="*/ 5623 w 43200"/>
              <a:gd name="csY1" fmla="*/ 6907 h 43200"/>
              <a:gd name="csX2" fmla="*/ 14005 w 43200"/>
              <a:gd name="csY2" fmla="*/ 5202 h 43200"/>
              <a:gd name="csX3" fmla="*/ 22456 w 43200"/>
              <a:gd name="csY3" fmla="*/ 3432 h 43200"/>
              <a:gd name="csX4" fmla="*/ 25749 w 43200"/>
              <a:gd name="csY4" fmla="*/ 200 h 43200"/>
              <a:gd name="csX5" fmla="*/ 29833 w 43200"/>
              <a:gd name="csY5" fmla="*/ 2481 h 43200"/>
              <a:gd name="csX6" fmla="*/ 35463 w 43200"/>
              <a:gd name="csY6" fmla="*/ 690 h 43200"/>
              <a:gd name="csX7" fmla="*/ 38318 w 43200"/>
              <a:gd name="csY7" fmla="*/ 5576 h 43200"/>
              <a:gd name="csX8" fmla="*/ 41982 w 43200"/>
              <a:gd name="csY8" fmla="*/ 10318 h 43200"/>
              <a:gd name="csX9" fmla="*/ 41818 w 43200"/>
              <a:gd name="csY9" fmla="*/ 15460 h 43200"/>
              <a:gd name="csX10" fmla="*/ 43016 w 43200"/>
              <a:gd name="csY10" fmla="*/ 23322 h 43200"/>
              <a:gd name="csX11" fmla="*/ 37404 w 43200"/>
              <a:gd name="csY11" fmla="*/ 30204 h 43200"/>
              <a:gd name="csX12" fmla="*/ 35395 w 43200"/>
              <a:gd name="csY12" fmla="*/ 36101 h 43200"/>
              <a:gd name="csX13" fmla="*/ 28555 w 43200"/>
              <a:gd name="csY13" fmla="*/ 36815 h 43200"/>
              <a:gd name="csX14" fmla="*/ 23667 w 43200"/>
              <a:gd name="csY14" fmla="*/ 43106 h 43200"/>
              <a:gd name="csX15" fmla="*/ 16480 w 43200"/>
              <a:gd name="csY15" fmla="*/ 39266 h 43200"/>
              <a:gd name="csX16" fmla="*/ 5804 w 43200"/>
              <a:gd name="csY16" fmla="*/ 35472 h 43200"/>
              <a:gd name="csX17" fmla="*/ 1110 w 43200"/>
              <a:gd name="csY17" fmla="*/ 31250 h 43200"/>
              <a:gd name="csX18" fmla="*/ 2113 w 43200"/>
              <a:gd name="csY18" fmla="*/ 25551 h 43200"/>
              <a:gd name="csX19" fmla="*/ -5 w 43200"/>
              <a:gd name="csY19" fmla="*/ 19704 h 43200"/>
              <a:gd name="csX20" fmla="*/ 3863 w 43200"/>
              <a:gd name="csY20" fmla="*/ 14507 h 43200"/>
              <a:gd name="csX21" fmla="*/ 3900 w 43200"/>
              <a:gd name="csY21" fmla="*/ 14370 h 43200"/>
              <a:gd name="csX0" fmla="*/ 587599 w 1907878"/>
              <a:gd name="csY0" fmla="*/ 1260702 h 1120624"/>
              <a:gd name="csX1" fmla="*/ 556471 w 1907878"/>
              <a:gd name="csY1" fmla="*/ 1291830 h 1120624"/>
              <a:gd name="csX2" fmla="*/ 525343 w 1907878"/>
              <a:gd name="csY2" fmla="*/ 1260702 h 1120624"/>
              <a:gd name="csX3" fmla="*/ 556471 w 1907878"/>
              <a:gd name="csY3" fmla="*/ 1229574 h 1120624"/>
              <a:gd name="csX4" fmla="*/ 587599 w 1907878"/>
              <a:gd name="csY4" fmla="*/ 1260702 h 1120624"/>
              <a:gd name="csX0" fmla="*/ 640422 w 1907878"/>
              <a:gd name="csY0" fmla="*/ 1222474 h 1120624"/>
              <a:gd name="csX1" fmla="*/ 578165 w 1907878"/>
              <a:gd name="csY1" fmla="*/ 1284731 h 1120624"/>
              <a:gd name="csX2" fmla="*/ 515908 w 1907878"/>
              <a:gd name="csY2" fmla="*/ 1222474 h 1120624"/>
              <a:gd name="csX3" fmla="*/ 578165 w 1907878"/>
              <a:gd name="csY3" fmla="*/ 1160217 h 1120624"/>
              <a:gd name="csX4" fmla="*/ 640422 w 1907878"/>
              <a:gd name="csY4" fmla="*/ 1222474 h 1120624"/>
              <a:gd name="csX0" fmla="*/ 723972 w 1907878"/>
              <a:gd name="csY0" fmla="*/ 1130100 h 1120624"/>
              <a:gd name="csX1" fmla="*/ 630587 w 1907878"/>
              <a:gd name="csY1" fmla="*/ 1223485 h 1120624"/>
              <a:gd name="csX2" fmla="*/ 537202 w 1907878"/>
              <a:gd name="csY2" fmla="*/ 1130100 h 1120624"/>
              <a:gd name="csX3" fmla="*/ 630587 w 1907878"/>
              <a:gd name="csY3" fmla="*/ 1036715 h 1120624"/>
              <a:gd name="csX4" fmla="*/ 723972 w 1907878"/>
              <a:gd name="csY4" fmla="*/ 1130100 h 1120624"/>
              <a:gd name="csX0" fmla="*/ 4693 w 43200"/>
              <a:gd name="csY0" fmla="*/ 26177 h 43200"/>
              <a:gd name="csX1" fmla="*/ 2160 w 43200"/>
              <a:gd name="csY1" fmla="*/ 25380 h 43200"/>
              <a:gd name="csX2" fmla="*/ 6928 w 43200"/>
              <a:gd name="csY2" fmla="*/ 34899 h 43200"/>
              <a:gd name="csX3" fmla="*/ 5820 w 43200"/>
              <a:gd name="csY3" fmla="*/ 35280 h 43200"/>
              <a:gd name="csX4" fmla="*/ 16478 w 43200"/>
              <a:gd name="csY4" fmla="*/ 39090 h 43200"/>
              <a:gd name="csX5" fmla="*/ 15810 w 43200"/>
              <a:gd name="csY5" fmla="*/ 37350 h 43200"/>
              <a:gd name="csX6" fmla="*/ 28827 w 43200"/>
              <a:gd name="csY6" fmla="*/ 34751 h 43200"/>
              <a:gd name="csX7" fmla="*/ 28560 w 43200"/>
              <a:gd name="csY7" fmla="*/ 36660 h 43200"/>
              <a:gd name="csX8" fmla="*/ 34129 w 43200"/>
              <a:gd name="csY8" fmla="*/ 22954 h 43200"/>
              <a:gd name="csX9" fmla="*/ 37380 w 43200"/>
              <a:gd name="csY9" fmla="*/ 30090 h 43200"/>
              <a:gd name="csX10" fmla="*/ 41798 w 43200"/>
              <a:gd name="csY10" fmla="*/ 15354 h 43200"/>
              <a:gd name="csX11" fmla="*/ 40350 w 43200"/>
              <a:gd name="csY11" fmla="*/ 18030 h 43200"/>
              <a:gd name="csX12" fmla="*/ 38324 w 43200"/>
              <a:gd name="csY12" fmla="*/ 5426 h 43200"/>
              <a:gd name="csX13" fmla="*/ 38400 w 43200"/>
              <a:gd name="csY13" fmla="*/ 6690 h 43200"/>
              <a:gd name="csX14" fmla="*/ 29078 w 43200"/>
              <a:gd name="csY14" fmla="*/ 3952 h 43200"/>
              <a:gd name="csX15" fmla="*/ 29820 w 43200"/>
              <a:gd name="csY15" fmla="*/ 2340 h 43200"/>
              <a:gd name="csX16" fmla="*/ 22141 w 43200"/>
              <a:gd name="csY16" fmla="*/ 4720 h 43200"/>
              <a:gd name="csX17" fmla="*/ 22500 w 43200"/>
              <a:gd name="csY17" fmla="*/ 3330 h 43200"/>
              <a:gd name="csX18" fmla="*/ 14000 w 43200"/>
              <a:gd name="csY18" fmla="*/ 5192 h 43200"/>
              <a:gd name="csX19" fmla="*/ 15300 w 43200"/>
              <a:gd name="csY19" fmla="*/ 6540 h 43200"/>
              <a:gd name="csX20" fmla="*/ 4127 w 43200"/>
              <a:gd name="csY20" fmla="*/ 15789 h 43200"/>
              <a:gd name="csX21" fmla="*/ 3900 w 43200"/>
              <a:gd name="csY21" fmla="*/ 14370 h 43200"/>
              <a:gd name="csX0" fmla="*/ 3936 w 43256"/>
              <a:gd name="csY0" fmla="*/ 14229 h 49659"/>
              <a:gd name="csX1" fmla="*/ 5659 w 43256"/>
              <a:gd name="csY1" fmla="*/ 6766 h 49659"/>
              <a:gd name="csX2" fmla="*/ 14041 w 43256"/>
              <a:gd name="csY2" fmla="*/ 5061 h 49659"/>
              <a:gd name="csX3" fmla="*/ 22492 w 43256"/>
              <a:gd name="csY3" fmla="*/ 3291 h 49659"/>
              <a:gd name="csX4" fmla="*/ 25785 w 43256"/>
              <a:gd name="csY4" fmla="*/ 59 h 49659"/>
              <a:gd name="csX5" fmla="*/ 29869 w 43256"/>
              <a:gd name="csY5" fmla="*/ 2340 h 49659"/>
              <a:gd name="csX6" fmla="*/ 35499 w 43256"/>
              <a:gd name="csY6" fmla="*/ 549 h 49659"/>
              <a:gd name="csX7" fmla="*/ 38354 w 43256"/>
              <a:gd name="csY7" fmla="*/ 5435 h 49659"/>
              <a:gd name="csX8" fmla="*/ 42018 w 43256"/>
              <a:gd name="csY8" fmla="*/ 10177 h 49659"/>
              <a:gd name="csX9" fmla="*/ 41854 w 43256"/>
              <a:gd name="csY9" fmla="*/ 15319 h 49659"/>
              <a:gd name="csX10" fmla="*/ 43052 w 43256"/>
              <a:gd name="csY10" fmla="*/ 23181 h 49659"/>
              <a:gd name="csX11" fmla="*/ 37440 w 43256"/>
              <a:gd name="csY11" fmla="*/ 30063 h 49659"/>
              <a:gd name="csX12" fmla="*/ 35431 w 43256"/>
              <a:gd name="csY12" fmla="*/ 35960 h 49659"/>
              <a:gd name="csX13" fmla="*/ 28591 w 43256"/>
              <a:gd name="csY13" fmla="*/ 36674 h 49659"/>
              <a:gd name="csX14" fmla="*/ 23703 w 43256"/>
              <a:gd name="csY14" fmla="*/ 42965 h 49659"/>
              <a:gd name="csX15" fmla="*/ 16516 w 43256"/>
              <a:gd name="csY15" fmla="*/ 39125 h 49659"/>
              <a:gd name="csX16" fmla="*/ 5840 w 43256"/>
              <a:gd name="csY16" fmla="*/ 35331 h 49659"/>
              <a:gd name="csX17" fmla="*/ 1146 w 43256"/>
              <a:gd name="csY17" fmla="*/ 31109 h 49659"/>
              <a:gd name="csX18" fmla="*/ 2149 w 43256"/>
              <a:gd name="csY18" fmla="*/ 25410 h 49659"/>
              <a:gd name="csX19" fmla="*/ 31 w 43256"/>
              <a:gd name="csY19" fmla="*/ 19563 h 49659"/>
              <a:gd name="csX20" fmla="*/ 3899 w 43256"/>
              <a:gd name="csY20" fmla="*/ 14366 h 49659"/>
              <a:gd name="csX21" fmla="*/ 3936 w 43256"/>
              <a:gd name="csY21" fmla="*/ 14229 h 49659"/>
              <a:gd name="csX0" fmla="*/ 589189 w 1910351"/>
              <a:gd name="csY0" fmla="*/ 1257044 h 1288172"/>
              <a:gd name="csX1" fmla="*/ 558061 w 1910351"/>
              <a:gd name="csY1" fmla="*/ 1288172 h 1288172"/>
              <a:gd name="csX2" fmla="*/ 526933 w 1910351"/>
              <a:gd name="csY2" fmla="*/ 1257044 h 1288172"/>
              <a:gd name="csX3" fmla="*/ 558061 w 1910351"/>
              <a:gd name="csY3" fmla="*/ 1225916 h 1288172"/>
              <a:gd name="csX4" fmla="*/ 589189 w 1910351"/>
              <a:gd name="csY4" fmla="*/ 1257044 h 1288172"/>
              <a:gd name="csX0" fmla="*/ 642012 w 1910351"/>
              <a:gd name="csY0" fmla="*/ 1218816 h 1288172"/>
              <a:gd name="csX1" fmla="*/ 579755 w 1910351"/>
              <a:gd name="csY1" fmla="*/ 1281073 h 1288172"/>
              <a:gd name="csX2" fmla="*/ 517498 w 1910351"/>
              <a:gd name="csY2" fmla="*/ 1218816 h 1288172"/>
              <a:gd name="csX3" fmla="*/ 579755 w 1910351"/>
              <a:gd name="csY3" fmla="*/ 1156559 h 1288172"/>
              <a:gd name="csX4" fmla="*/ 642012 w 1910351"/>
              <a:gd name="csY4" fmla="*/ 1218816 h 1288172"/>
              <a:gd name="csX0" fmla="*/ 632693 w 1910351"/>
              <a:gd name="csY0" fmla="*/ 1024049 h 1288172"/>
              <a:gd name="csX1" fmla="*/ 632177 w 1910351"/>
              <a:gd name="csY1" fmla="*/ 1219827 h 1288172"/>
              <a:gd name="csX2" fmla="*/ 538792 w 1910351"/>
              <a:gd name="csY2" fmla="*/ 1126442 h 1288172"/>
              <a:gd name="csX3" fmla="*/ 632177 w 1910351"/>
              <a:gd name="csY3" fmla="*/ 1033057 h 1288172"/>
              <a:gd name="csX4" fmla="*/ 632693 w 1910351"/>
              <a:gd name="csY4" fmla="*/ 1024049 h 1288172"/>
              <a:gd name="csX0" fmla="*/ 4729 w 43256"/>
              <a:gd name="csY0" fmla="*/ 26036 h 49659"/>
              <a:gd name="csX1" fmla="*/ 2196 w 43256"/>
              <a:gd name="csY1" fmla="*/ 25239 h 49659"/>
              <a:gd name="csX2" fmla="*/ 6964 w 43256"/>
              <a:gd name="csY2" fmla="*/ 34758 h 49659"/>
              <a:gd name="csX3" fmla="*/ 5856 w 43256"/>
              <a:gd name="csY3" fmla="*/ 35139 h 49659"/>
              <a:gd name="csX4" fmla="*/ 16514 w 43256"/>
              <a:gd name="csY4" fmla="*/ 38949 h 49659"/>
              <a:gd name="csX5" fmla="*/ 15846 w 43256"/>
              <a:gd name="csY5" fmla="*/ 37209 h 49659"/>
              <a:gd name="csX6" fmla="*/ 28863 w 43256"/>
              <a:gd name="csY6" fmla="*/ 34610 h 49659"/>
              <a:gd name="csX7" fmla="*/ 28596 w 43256"/>
              <a:gd name="csY7" fmla="*/ 36519 h 49659"/>
              <a:gd name="csX8" fmla="*/ 34165 w 43256"/>
              <a:gd name="csY8" fmla="*/ 22813 h 49659"/>
              <a:gd name="csX9" fmla="*/ 37416 w 43256"/>
              <a:gd name="csY9" fmla="*/ 29949 h 49659"/>
              <a:gd name="csX10" fmla="*/ 41834 w 43256"/>
              <a:gd name="csY10" fmla="*/ 15213 h 49659"/>
              <a:gd name="csX11" fmla="*/ 40386 w 43256"/>
              <a:gd name="csY11" fmla="*/ 17889 h 49659"/>
              <a:gd name="csX12" fmla="*/ 38360 w 43256"/>
              <a:gd name="csY12" fmla="*/ 5285 h 49659"/>
              <a:gd name="csX13" fmla="*/ 38436 w 43256"/>
              <a:gd name="csY13" fmla="*/ 6549 h 49659"/>
              <a:gd name="csX14" fmla="*/ 29114 w 43256"/>
              <a:gd name="csY14" fmla="*/ 3811 h 49659"/>
              <a:gd name="csX15" fmla="*/ 29856 w 43256"/>
              <a:gd name="csY15" fmla="*/ 2199 h 49659"/>
              <a:gd name="csX16" fmla="*/ 22177 w 43256"/>
              <a:gd name="csY16" fmla="*/ 4579 h 49659"/>
              <a:gd name="csX17" fmla="*/ 22536 w 43256"/>
              <a:gd name="csY17" fmla="*/ 3189 h 49659"/>
              <a:gd name="csX18" fmla="*/ 14036 w 43256"/>
              <a:gd name="csY18" fmla="*/ 5051 h 49659"/>
              <a:gd name="csX19" fmla="*/ 15336 w 43256"/>
              <a:gd name="csY19" fmla="*/ 6399 h 49659"/>
              <a:gd name="csX20" fmla="*/ 4163 w 43256"/>
              <a:gd name="csY20" fmla="*/ 15648 h 49659"/>
              <a:gd name="csX21" fmla="*/ 3936 w 43256"/>
              <a:gd name="csY21" fmla="*/ 14229 h 49659"/>
              <a:gd name="csX0" fmla="*/ 3936 w 43256"/>
              <a:gd name="csY0" fmla="*/ 14229 h 49659"/>
              <a:gd name="csX1" fmla="*/ 5659 w 43256"/>
              <a:gd name="csY1" fmla="*/ 6766 h 49659"/>
              <a:gd name="csX2" fmla="*/ 14041 w 43256"/>
              <a:gd name="csY2" fmla="*/ 5061 h 49659"/>
              <a:gd name="csX3" fmla="*/ 22492 w 43256"/>
              <a:gd name="csY3" fmla="*/ 3291 h 49659"/>
              <a:gd name="csX4" fmla="*/ 25785 w 43256"/>
              <a:gd name="csY4" fmla="*/ 59 h 49659"/>
              <a:gd name="csX5" fmla="*/ 29869 w 43256"/>
              <a:gd name="csY5" fmla="*/ 2340 h 49659"/>
              <a:gd name="csX6" fmla="*/ 35499 w 43256"/>
              <a:gd name="csY6" fmla="*/ 549 h 49659"/>
              <a:gd name="csX7" fmla="*/ 38354 w 43256"/>
              <a:gd name="csY7" fmla="*/ 5435 h 49659"/>
              <a:gd name="csX8" fmla="*/ 42018 w 43256"/>
              <a:gd name="csY8" fmla="*/ 10177 h 49659"/>
              <a:gd name="csX9" fmla="*/ 41854 w 43256"/>
              <a:gd name="csY9" fmla="*/ 15319 h 49659"/>
              <a:gd name="csX10" fmla="*/ 43052 w 43256"/>
              <a:gd name="csY10" fmla="*/ 23181 h 49659"/>
              <a:gd name="csX11" fmla="*/ 37440 w 43256"/>
              <a:gd name="csY11" fmla="*/ 30063 h 49659"/>
              <a:gd name="csX12" fmla="*/ 35431 w 43256"/>
              <a:gd name="csY12" fmla="*/ 35960 h 49659"/>
              <a:gd name="csX13" fmla="*/ 28591 w 43256"/>
              <a:gd name="csY13" fmla="*/ 36674 h 49659"/>
              <a:gd name="csX14" fmla="*/ 23703 w 43256"/>
              <a:gd name="csY14" fmla="*/ 42965 h 49659"/>
              <a:gd name="csX15" fmla="*/ 16516 w 43256"/>
              <a:gd name="csY15" fmla="*/ 39125 h 49659"/>
              <a:gd name="csX16" fmla="*/ 5840 w 43256"/>
              <a:gd name="csY16" fmla="*/ 35331 h 49659"/>
              <a:gd name="csX17" fmla="*/ 1146 w 43256"/>
              <a:gd name="csY17" fmla="*/ 31109 h 49659"/>
              <a:gd name="csX18" fmla="*/ 2149 w 43256"/>
              <a:gd name="csY18" fmla="*/ 25410 h 49659"/>
              <a:gd name="csX19" fmla="*/ 31 w 43256"/>
              <a:gd name="csY19" fmla="*/ 19563 h 49659"/>
              <a:gd name="csX20" fmla="*/ 3899 w 43256"/>
              <a:gd name="csY20" fmla="*/ 14366 h 49659"/>
              <a:gd name="csX21" fmla="*/ 3936 w 43256"/>
              <a:gd name="csY21" fmla="*/ 14229 h 49659"/>
              <a:gd name="csX0" fmla="*/ 589189 w 1910351"/>
              <a:gd name="csY0" fmla="*/ 1257044 h 1288172"/>
              <a:gd name="csX1" fmla="*/ 558061 w 1910351"/>
              <a:gd name="csY1" fmla="*/ 1288172 h 1288172"/>
              <a:gd name="csX2" fmla="*/ 526933 w 1910351"/>
              <a:gd name="csY2" fmla="*/ 1257044 h 1288172"/>
              <a:gd name="csX3" fmla="*/ 558061 w 1910351"/>
              <a:gd name="csY3" fmla="*/ 1225916 h 1288172"/>
              <a:gd name="csX4" fmla="*/ 589189 w 1910351"/>
              <a:gd name="csY4" fmla="*/ 1257044 h 1288172"/>
              <a:gd name="csX0" fmla="*/ 642012 w 1910351"/>
              <a:gd name="csY0" fmla="*/ 1218816 h 1288172"/>
              <a:gd name="csX1" fmla="*/ 579755 w 1910351"/>
              <a:gd name="csY1" fmla="*/ 1281073 h 1288172"/>
              <a:gd name="csX2" fmla="*/ 517498 w 1910351"/>
              <a:gd name="csY2" fmla="*/ 1218816 h 1288172"/>
              <a:gd name="csX3" fmla="*/ 579755 w 1910351"/>
              <a:gd name="csY3" fmla="*/ 1156559 h 1288172"/>
              <a:gd name="csX4" fmla="*/ 642012 w 1910351"/>
              <a:gd name="csY4" fmla="*/ 1218816 h 1288172"/>
              <a:gd name="csX0" fmla="*/ 632693 w 1910351"/>
              <a:gd name="csY0" fmla="*/ 1024049 h 1288172"/>
              <a:gd name="csX1" fmla="*/ 632177 w 1910351"/>
              <a:gd name="csY1" fmla="*/ 1219827 h 1288172"/>
              <a:gd name="csX2" fmla="*/ 634042 w 1910351"/>
              <a:gd name="csY2" fmla="*/ 1043099 h 1288172"/>
              <a:gd name="csX3" fmla="*/ 632177 w 1910351"/>
              <a:gd name="csY3" fmla="*/ 1033057 h 1288172"/>
              <a:gd name="csX4" fmla="*/ 632693 w 1910351"/>
              <a:gd name="csY4" fmla="*/ 1024049 h 1288172"/>
              <a:gd name="csX0" fmla="*/ 4729 w 43256"/>
              <a:gd name="csY0" fmla="*/ 26036 h 49659"/>
              <a:gd name="csX1" fmla="*/ 2196 w 43256"/>
              <a:gd name="csY1" fmla="*/ 25239 h 49659"/>
              <a:gd name="csX2" fmla="*/ 6964 w 43256"/>
              <a:gd name="csY2" fmla="*/ 34758 h 49659"/>
              <a:gd name="csX3" fmla="*/ 5856 w 43256"/>
              <a:gd name="csY3" fmla="*/ 35139 h 49659"/>
              <a:gd name="csX4" fmla="*/ 16514 w 43256"/>
              <a:gd name="csY4" fmla="*/ 38949 h 49659"/>
              <a:gd name="csX5" fmla="*/ 15846 w 43256"/>
              <a:gd name="csY5" fmla="*/ 37209 h 49659"/>
              <a:gd name="csX6" fmla="*/ 28863 w 43256"/>
              <a:gd name="csY6" fmla="*/ 34610 h 49659"/>
              <a:gd name="csX7" fmla="*/ 28596 w 43256"/>
              <a:gd name="csY7" fmla="*/ 36519 h 49659"/>
              <a:gd name="csX8" fmla="*/ 34165 w 43256"/>
              <a:gd name="csY8" fmla="*/ 22813 h 49659"/>
              <a:gd name="csX9" fmla="*/ 37416 w 43256"/>
              <a:gd name="csY9" fmla="*/ 29949 h 49659"/>
              <a:gd name="csX10" fmla="*/ 41834 w 43256"/>
              <a:gd name="csY10" fmla="*/ 15213 h 49659"/>
              <a:gd name="csX11" fmla="*/ 40386 w 43256"/>
              <a:gd name="csY11" fmla="*/ 17889 h 49659"/>
              <a:gd name="csX12" fmla="*/ 38360 w 43256"/>
              <a:gd name="csY12" fmla="*/ 5285 h 49659"/>
              <a:gd name="csX13" fmla="*/ 38436 w 43256"/>
              <a:gd name="csY13" fmla="*/ 6549 h 49659"/>
              <a:gd name="csX14" fmla="*/ 29114 w 43256"/>
              <a:gd name="csY14" fmla="*/ 3811 h 49659"/>
              <a:gd name="csX15" fmla="*/ 29856 w 43256"/>
              <a:gd name="csY15" fmla="*/ 2199 h 49659"/>
              <a:gd name="csX16" fmla="*/ 22177 w 43256"/>
              <a:gd name="csY16" fmla="*/ 4579 h 49659"/>
              <a:gd name="csX17" fmla="*/ 22536 w 43256"/>
              <a:gd name="csY17" fmla="*/ 3189 h 49659"/>
              <a:gd name="csX18" fmla="*/ 14036 w 43256"/>
              <a:gd name="csY18" fmla="*/ 5051 h 49659"/>
              <a:gd name="csX19" fmla="*/ 15336 w 43256"/>
              <a:gd name="csY19" fmla="*/ 6399 h 49659"/>
              <a:gd name="csX20" fmla="*/ 4163 w 43256"/>
              <a:gd name="csY20" fmla="*/ 15648 h 49659"/>
              <a:gd name="csX21" fmla="*/ 3936 w 43256"/>
              <a:gd name="csY21" fmla="*/ 14229 h 49659"/>
              <a:gd name="csX0" fmla="*/ 3936 w 43256"/>
              <a:gd name="csY0" fmla="*/ 14229 h 49659"/>
              <a:gd name="csX1" fmla="*/ 5659 w 43256"/>
              <a:gd name="csY1" fmla="*/ 6766 h 49659"/>
              <a:gd name="csX2" fmla="*/ 14041 w 43256"/>
              <a:gd name="csY2" fmla="*/ 5061 h 49659"/>
              <a:gd name="csX3" fmla="*/ 22492 w 43256"/>
              <a:gd name="csY3" fmla="*/ 3291 h 49659"/>
              <a:gd name="csX4" fmla="*/ 25785 w 43256"/>
              <a:gd name="csY4" fmla="*/ 59 h 49659"/>
              <a:gd name="csX5" fmla="*/ 29869 w 43256"/>
              <a:gd name="csY5" fmla="*/ 2340 h 49659"/>
              <a:gd name="csX6" fmla="*/ 35499 w 43256"/>
              <a:gd name="csY6" fmla="*/ 549 h 49659"/>
              <a:gd name="csX7" fmla="*/ 38354 w 43256"/>
              <a:gd name="csY7" fmla="*/ 5435 h 49659"/>
              <a:gd name="csX8" fmla="*/ 42018 w 43256"/>
              <a:gd name="csY8" fmla="*/ 10177 h 49659"/>
              <a:gd name="csX9" fmla="*/ 41854 w 43256"/>
              <a:gd name="csY9" fmla="*/ 15319 h 49659"/>
              <a:gd name="csX10" fmla="*/ 43052 w 43256"/>
              <a:gd name="csY10" fmla="*/ 23181 h 49659"/>
              <a:gd name="csX11" fmla="*/ 37440 w 43256"/>
              <a:gd name="csY11" fmla="*/ 30063 h 49659"/>
              <a:gd name="csX12" fmla="*/ 35431 w 43256"/>
              <a:gd name="csY12" fmla="*/ 35960 h 49659"/>
              <a:gd name="csX13" fmla="*/ 28591 w 43256"/>
              <a:gd name="csY13" fmla="*/ 36674 h 49659"/>
              <a:gd name="csX14" fmla="*/ 23703 w 43256"/>
              <a:gd name="csY14" fmla="*/ 42965 h 49659"/>
              <a:gd name="csX15" fmla="*/ 16516 w 43256"/>
              <a:gd name="csY15" fmla="*/ 39125 h 49659"/>
              <a:gd name="csX16" fmla="*/ 5840 w 43256"/>
              <a:gd name="csY16" fmla="*/ 35331 h 49659"/>
              <a:gd name="csX17" fmla="*/ 1146 w 43256"/>
              <a:gd name="csY17" fmla="*/ 31109 h 49659"/>
              <a:gd name="csX18" fmla="*/ 2149 w 43256"/>
              <a:gd name="csY18" fmla="*/ 25410 h 49659"/>
              <a:gd name="csX19" fmla="*/ 31 w 43256"/>
              <a:gd name="csY19" fmla="*/ 19563 h 49659"/>
              <a:gd name="csX20" fmla="*/ 3899 w 43256"/>
              <a:gd name="csY20" fmla="*/ 14366 h 49659"/>
              <a:gd name="csX21" fmla="*/ 3936 w 43256"/>
              <a:gd name="csY21" fmla="*/ 14229 h 49659"/>
              <a:gd name="csX0" fmla="*/ 589189 w 1910351"/>
              <a:gd name="csY0" fmla="*/ 1257044 h 1288172"/>
              <a:gd name="csX1" fmla="*/ 558061 w 1910351"/>
              <a:gd name="csY1" fmla="*/ 1288172 h 1288172"/>
              <a:gd name="csX2" fmla="*/ 526933 w 1910351"/>
              <a:gd name="csY2" fmla="*/ 1257044 h 1288172"/>
              <a:gd name="csX3" fmla="*/ 558061 w 1910351"/>
              <a:gd name="csY3" fmla="*/ 1225916 h 1288172"/>
              <a:gd name="csX4" fmla="*/ 589189 w 1910351"/>
              <a:gd name="csY4" fmla="*/ 1257044 h 1288172"/>
              <a:gd name="csX0" fmla="*/ 642012 w 1910351"/>
              <a:gd name="csY0" fmla="*/ 1218816 h 1288172"/>
              <a:gd name="csX1" fmla="*/ 579755 w 1910351"/>
              <a:gd name="csY1" fmla="*/ 1281073 h 1288172"/>
              <a:gd name="csX2" fmla="*/ 517498 w 1910351"/>
              <a:gd name="csY2" fmla="*/ 1218816 h 1288172"/>
              <a:gd name="csX3" fmla="*/ 579755 w 1910351"/>
              <a:gd name="csY3" fmla="*/ 1156559 h 1288172"/>
              <a:gd name="csX4" fmla="*/ 642012 w 1910351"/>
              <a:gd name="csY4" fmla="*/ 1218816 h 1288172"/>
              <a:gd name="csX0" fmla="*/ 632693 w 1910351"/>
              <a:gd name="csY0" fmla="*/ 1024049 h 1288172"/>
              <a:gd name="csX1" fmla="*/ 627414 w 1910351"/>
              <a:gd name="csY1" fmla="*/ 1034089 h 1288172"/>
              <a:gd name="csX2" fmla="*/ 634042 w 1910351"/>
              <a:gd name="csY2" fmla="*/ 1043099 h 1288172"/>
              <a:gd name="csX3" fmla="*/ 632177 w 1910351"/>
              <a:gd name="csY3" fmla="*/ 1033057 h 1288172"/>
              <a:gd name="csX4" fmla="*/ 632693 w 1910351"/>
              <a:gd name="csY4" fmla="*/ 1024049 h 1288172"/>
              <a:gd name="csX0" fmla="*/ 4729 w 43256"/>
              <a:gd name="csY0" fmla="*/ 26036 h 49659"/>
              <a:gd name="csX1" fmla="*/ 2196 w 43256"/>
              <a:gd name="csY1" fmla="*/ 25239 h 49659"/>
              <a:gd name="csX2" fmla="*/ 6964 w 43256"/>
              <a:gd name="csY2" fmla="*/ 34758 h 49659"/>
              <a:gd name="csX3" fmla="*/ 5856 w 43256"/>
              <a:gd name="csY3" fmla="*/ 35139 h 49659"/>
              <a:gd name="csX4" fmla="*/ 16514 w 43256"/>
              <a:gd name="csY4" fmla="*/ 38949 h 49659"/>
              <a:gd name="csX5" fmla="*/ 15846 w 43256"/>
              <a:gd name="csY5" fmla="*/ 37209 h 49659"/>
              <a:gd name="csX6" fmla="*/ 28863 w 43256"/>
              <a:gd name="csY6" fmla="*/ 34610 h 49659"/>
              <a:gd name="csX7" fmla="*/ 28596 w 43256"/>
              <a:gd name="csY7" fmla="*/ 36519 h 49659"/>
              <a:gd name="csX8" fmla="*/ 34165 w 43256"/>
              <a:gd name="csY8" fmla="*/ 22813 h 49659"/>
              <a:gd name="csX9" fmla="*/ 37416 w 43256"/>
              <a:gd name="csY9" fmla="*/ 29949 h 49659"/>
              <a:gd name="csX10" fmla="*/ 41834 w 43256"/>
              <a:gd name="csY10" fmla="*/ 15213 h 49659"/>
              <a:gd name="csX11" fmla="*/ 40386 w 43256"/>
              <a:gd name="csY11" fmla="*/ 17889 h 49659"/>
              <a:gd name="csX12" fmla="*/ 38360 w 43256"/>
              <a:gd name="csY12" fmla="*/ 5285 h 49659"/>
              <a:gd name="csX13" fmla="*/ 38436 w 43256"/>
              <a:gd name="csY13" fmla="*/ 6549 h 49659"/>
              <a:gd name="csX14" fmla="*/ 29114 w 43256"/>
              <a:gd name="csY14" fmla="*/ 3811 h 49659"/>
              <a:gd name="csX15" fmla="*/ 29856 w 43256"/>
              <a:gd name="csY15" fmla="*/ 2199 h 49659"/>
              <a:gd name="csX16" fmla="*/ 22177 w 43256"/>
              <a:gd name="csY16" fmla="*/ 4579 h 49659"/>
              <a:gd name="csX17" fmla="*/ 22536 w 43256"/>
              <a:gd name="csY17" fmla="*/ 3189 h 49659"/>
              <a:gd name="csX18" fmla="*/ 14036 w 43256"/>
              <a:gd name="csY18" fmla="*/ 5051 h 49659"/>
              <a:gd name="csX19" fmla="*/ 15336 w 43256"/>
              <a:gd name="csY19" fmla="*/ 6399 h 49659"/>
              <a:gd name="csX20" fmla="*/ 4163 w 43256"/>
              <a:gd name="csY20" fmla="*/ 15648 h 49659"/>
              <a:gd name="csX21" fmla="*/ 3936 w 43256"/>
              <a:gd name="csY21" fmla="*/ 14229 h 49659"/>
              <a:gd name="csX0" fmla="*/ 3936 w 43256"/>
              <a:gd name="csY0" fmla="*/ 14229 h 49785"/>
              <a:gd name="csX1" fmla="*/ 5659 w 43256"/>
              <a:gd name="csY1" fmla="*/ 6766 h 49785"/>
              <a:gd name="csX2" fmla="*/ 14041 w 43256"/>
              <a:gd name="csY2" fmla="*/ 5061 h 49785"/>
              <a:gd name="csX3" fmla="*/ 22492 w 43256"/>
              <a:gd name="csY3" fmla="*/ 3291 h 49785"/>
              <a:gd name="csX4" fmla="*/ 25785 w 43256"/>
              <a:gd name="csY4" fmla="*/ 59 h 49785"/>
              <a:gd name="csX5" fmla="*/ 29869 w 43256"/>
              <a:gd name="csY5" fmla="*/ 2340 h 49785"/>
              <a:gd name="csX6" fmla="*/ 35499 w 43256"/>
              <a:gd name="csY6" fmla="*/ 549 h 49785"/>
              <a:gd name="csX7" fmla="*/ 38354 w 43256"/>
              <a:gd name="csY7" fmla="*/ 5435 h 49785"/>
              <a:gd name="csX8" fmla="*/ 42018 w 43256"/>
              <a:gd name="csY8" fmla="*/ 10177 h 49785"/>
              <a:gd name="csX9" fmla="*/ 41854 w 43256"/>
              <a:gd name="csY9" fmla="*/ 15319 h 49785"/>
              <a:gd name="csX10" fmla="*/ 43052 w 43256"/>
              <a:gd name="csY10" fmla="*/ 23181 h 49785"/>
              <a:gd name="csX11" fmla="*/ 37440 w 43256"/>
              <a:gd name="csY11" fmla="*/ 30063 h 49785"/>
              <a:gd name="csX12" fmla="*/ 35431 w 43256"/>
              <a:gd name="csY12" fmla="*/ 35960 h 49785"/>
              <a:gd name="csX13" fmla="*/ 28591 w 43256"/>
              <a:gd name="csY13" fmla="*/ 36674 h 49785"/>
              <a:gd name="csX14" fmla="*/ 23703 w 43256"/>
              <a:gd name="csY14" fmla="*/ 42965 h 49785"/>
              <a:gd name="csX15" fmla="*/ 16516 w 43256"/>
              <a:gd name="csY15" fmla="*/ 39125 h 49785"/>
              <a:gd name="csX16" fmla="*/ 5840 w 43256"/>
              <a:gd name="csY16" fmla="*/ 35331 h 49785"/>
              <a:gd name="csX17" fmla="*/ 1146 w 43256"/>
              <a:gd name="csY17" fmla="*/ 31109 h 49785"/>
              <a:gd name="csX18" fmla="*/ 2149 w 43256"/>
              <a:gd name="csY18" fmla="*/ 25410 h 49785"/>
              <a:gd name="csX19" fmla="*/ 31 w 43256"/>
              <a:gd name="csY19" fmla="*/ 19563 h 49785"/>
              <a:gd name="csX20" fmla="*/ 3899 w 43256"/>
              <a:gd name="csY20" fmla="*/ 14366 h 49785"/>
              <a:gd name="csX21" fmla="*/ 3936 w 43256"/>
              <a:gd name="csY21" fmla="*/ 14229 h 49785"/>
              <a:gd name="csX0" fmla="*/ 589189 w 1910351"/>
              <a:gd name="csY0" fmla="*/ 1257044 h 1291435"/>
              <a:gd name="csX1" fmla="*/ 558061 w 1910351"/>
              <a:gd name="csY1" fmla="*/ 1288172 h 1291435"/>
              <a:gd name="csX2" fmla="*/ 526933 w 1910351"/>
              <a:gd name="csY2" fmla="*/ 1257044 h 1291435"/>
              <a:gd name="csX3" fmla="*/ 631879 w 1910351"/>
              <a:gd name="csY3" fmla="*/ 992554 h 1291435"/>
              <a:gd name="csX4" fmla="*/ 589189 w 1910351"/>
              <a:gd name="csY4" fmla="*/ 1257044 h 1291435"/>
              <a:gd name="csX0" fmla="*/ 642012 w 1910351"/>
              <a:gd name="csY0" fmla="*/ 1218816 h 1291435"/>
              <a:gd name="csX1" fmla="*/ 579755 w 1910351"/>
              <a:gd name="csY1" fmla="*/ 1281073 h 1291435"/>
              <a:gd name="csX2" fmla="*/ 517498 w 1910351"/>
              <a:gd name="csY2" fmla="*/ 1218816 h 1291435"/>
              <a:gd name="csX3" fmla="*/ 579755 w 1910351"/>
              <a:gd name="csY3" fmla="*/ 1156559 h 1291435"/>
              <a:gd name="csX4" fmla="*/ 642012 w 1910351"/>
              <a:gd name="csY4" fmla="*/ 1218816 h 1291435"/>
              <a:gd name="csX0" fmla="*/ 632693 w 1910351"/>
              <a:gd name="csY0" fmla="*/ 1024049 h 1291435"/>
              <a:gd name="csX1" fmla="*/ 627414 w 1910351"/>
              <a:gd name="csY1" fmla="*/ 1034089 h 1291435"/>
              <a:gd name="csX2" fmla="*/ 634042 w 1910351"/>
              <a:gd name="csY2" fmla="*/ 1043099 h 1291435"/>
              <a:gd name="csX3" fmla="*/ 632177 w 1910351"/>
              <a:gd name="csY3" fmla="*/ 1033057 h 1291435"/>
              <a:gd name="csX4" fmla="*/ 632693 w 1910351"/>
              <a:gd name="csY4" fmla="*/ 1024049 h 1291435"/>
              <a:gd name="csX0" fmla="*/ 4729 w 43256"/>
              <a:gd name="csY0" fmla="*/ 26036 h 49785"/>
              <a:gd name="csX1" fmla="*/ 2196 w 43256"/>
              <a:gd name="csY1" fmla="*/ 25239 h 49785"/>
              <a:gd name="csX2" fmla="*/ 6964 w 43256"/>
              <a:gd name="csY2" fmla="*/ 34758 h 49785"/>
              <a:gd name="csX3" fmla="*/ 5856 w 43256"/>
              <a:gd name="csY3" fmla="*/ 35139 h 49785"/>
              <a:gd name="csX4" fmla="*/ 16514 w 43256"/>
              <a:gd name="csY4" fmla="*/ 38949 h 49785"/>
              <a:gd name="csX5" fmla="*/ 15846 w 43256"/>
              <a:gd name="csY5" fmla="*/ 37209 h 49785"/>
              <a:gd name="csX6" fmla="*/ 28863 w 43256"/>
              <a:gd name="csY6" fmla="*/ 34610 h 49785"/>
              <a:gd name="csX7" fmla="*/ 28596 w 43256"/>
              <a:gd name="csY7" fmla="*/ 36519 h 49785"/>
              <a:gd name="csX8" fmla="*/ 34165 w 43256"/>
              <a:gd name="csY8" fmla="*/ 22813 h 49785"/>
              <a:gd name="csX9" fmla="*/ 37416 w 43256"/>
              <a:gd name="csY9" fmla="*/ 29949 h 49785"/>
              <a:gd name="csX10" fmla="*/ 41834 w 43256"/>
              <a:gd name="csY10" fmla="*/ 15213 h 49785"/>
              <a:gd name="csX11" fmla="*/ 40386 w 43256"/>
              <a:gd name="csY11" fmla="*/ 17889 h 49785"/>
              <a:gd name="csX12" fmla="*/ 38360 w 43256"/>
              <a:gd name="csY12" fmla="*/ 5285 h 49785"/>
              <a:gd name="csX13" fmla="*/ 38436 w 43256"/>
              <a:gd name="csY13" fmla="*/ 6549 h 49785"/>
              <a:gd name="csX14" fmla="*/ 29114 w 43256"/>
              <a:gd name="csY14" fmla="*/ 3811 h 49785"/>
              <a:gd name="csX15" fmla="*/ 29856 w 43256"/>
              <a:gd name="csY15" fmla="*/ 2199 h 49785"/>
              <a:gd name="csX16" fmla="*/ 22177 w 43256"/>
              <a:gd name="csY16" fmla="*/ 4579 h 49785"/>
              <a:gd name="csX17" fmla="*/ 22536 w 43256"/>
              <a:gd name="csY17" fmla="*/ 3189 h 49785"/>
              <a:gd name="csX18" fmla="*/ 14036 w 43256"/>
              <a:gd name="csY18" fmla="*/ 5051 h 49785"/>
              <a:gd name="csX19" fmla="*/ 15336 w 43256"/>
              <a:gd name="csY19" fmla="*/ 6399 h 49785"/>
              <a:gd name="csX20" fmla="*/ 4163 w 43256"/>
              <a:gd name="csY20" fmla="*/ 15648 h 49785"/>
              <a:gd name="csX21" fmla="*/ 3936 w 43256"/>
              <a:gd name="csY21" fmla="*/ 14229 h 49785"/>
              <a:gd name="csX0" fmla="*/ 3936 w 43256"/>
              <a:gd name="csY0" fmla="*/ 14229 h 49386"/>
              <a:gd name="csX1" fmla="*/ 5659 w 43256"/>
              <a:gd name="csY1" fmla="*/ 6766 h 49386"/>
              <a:gd name="csX2" fmla="*/ 14041 w 43256"/>
              <a:gd name="csY2" fmla="*/ 5061 h 49386"/>
              <a:gd name="csX3" fmla="*/ 22492 w 43256"/>
              <a:gd name="csY3" fmla="*/ 3291 h 49386"/>
              <a:gd name="csX4" fmla="*/ 25785 w 43256"/>
              <a:gd name="csY4" fmla="*/ 59 h 49386"/>
              <a:gd name="csX5" fmla="*/ 29869 w 43256"/>
              <a:gd name="csY5" fmla="*/ 2340 h 49386"/>
              <a:gd name="csX6" fmla="*/ 35499 w 43256"/>
              <a:gd name="csY6" fmla="*/ 549 h 49386"/>
              <a:gd name="csX7" fmla="*/ 38354 w 43256"/>
              <a:gd name="csY7" fmla="*/ 5435 h 49386"/>
              <a:gd name="csX8" fmla="*/ 42018 w 43256"/>
              <a:gd name="csY8" fmla="*/ 10177 h 49386"/>
              <a:gd name="csX9" fmla="*/ 41854 w 43256"/>
              <a:gd name="csY9" fmla="*/ 15319 h 49386"/>
              <a:gd name="csX10" fmla="*/ 43052 w 43256"/>
              <a:gd name="csY10" fmla="*/ 23181 h 49386"/>
              <a:gd name="csX11" fmla="*/ 37440 w 43256"/>
              <a:gd name="csY11" fmla="*/ 30063 h 49386"/>
              <a:gd name="csX12" fmla="*/ 35431 w 43256"/>
              <a:gd name="csY12" fmla="*/ 35960 h 49386"/>
              <a:gd name="csX13" fmla="*/ 28591 w 43256"/>
              <a:gd name="csY13" fmla="*/ 36674 h 49386"/>
              <a:gd name="csX14" fmla="*/ 23703 w 43256"/>
              <a:gd name="csY14" fmla="*/ 42965 h 49386"/>
              <a:gd name="csX15" fmla="*/ 16516 w 43256"/>
              <a:gd name="csY15" fmla="*/ 39125 h 49386"/>
              <a:gd name="csX16" fmla="*/ 5840 w 43256"/>
              <a:gd name="csY16" fmla="*/ 35331 h 49386"/>
              <a:gd name="csX17" fmla="*/ 1146 w 43256"/>
              <a:gd name="csY17" fmla="*/ 31109 h 49386"/>
              <a:gd name="csX18" fmla="*/ 2149 w 43256"/>
              <a:gd name="csY18" fmla="*/ 25410 h 49386"/>
              <a:gd name="csX19" fmla="*/ 31 w 43256"/>
              <a:gd name="csY19" fmla="*/ 19563 h 49386"/>
              <a:gd name="csX20" fmla="*/ 3899 w 43256"/>
              <a:gd name="csY20" fmla="*/ 14366 h 49386"/>
              <a:gd name="csX21" fmla="*/ 3936 w 43256"/>
              <a:gd name="csY21" fmla="*/ 14229 h 49386"/>
              <a:gd name="csX0" fmla="*/ 589189 w 1910351"/>
              <a:gd name="csY0" fmla="*/ 1257044 h 1281073"/>
              <a:gd name="csX1" fmla="*/ 627117 w 1910351"/>
              <a:gd name="csY1" fmla="*/ 961941 h 1281073"/>
              <a:gd name="csX2" fmla="*/ 526933 w 1910351"/>
              <a:gd name="csY2" fmla="*/ 1257044 h 1281073"/>
              <a:gd name="csX3" fmla="*/ 631879 w 1910351"/>
              <a:gd name="csY3" fmla="*/ 992554 h 1281073"/>
              <a:gd name="csX4" fmla="*/ 589189 w 1910351"/>
              <a:gd name="csY4" fmla="*/ 1257044 h 1281073"/>
              <a:gd name="csX0" fmla="*/ 642012 w 1910351"/>
              <a:gd name="csY0" fmla="*/ 1218816 h 1281073"/>
              <a:gd name="csX1" fmla="*/ 579755 w 1910351"/>
              <a:gd name="csY1" fmla="*/ 1281073 h 1281073"/>
              <a:gd name="csX2" fmla="*/ 517498 w 1910351"/>
              <a:gd name="csY2" fmla="*/ 1218816 h 1281073"/>
              <a:gd name="csX3" fmla="*/ 579755 w 1910351"/>
              <a:gd name="csY3" fmla="*/ 1156559 h 1281073"/>
              <a:gd name="csX4" fmla="*/ 642012 w 1910351"/>
              <a:gd name="csY4" fmla="*/ 1218816 h 1281073"/>
              <a:gd name="csX0" fmla="*/ 632693 w 1910351"/>
              <a:gd name="csY0" fmla="*/ 1024049 h 1281073"/>
              <a:gd name="csX1" fmla="*/ 627414 w 1910351"/>
              <a:gd name="csY1" fmla="*/ 1034089 h 1281073"/>
              <a:gd name="csX2" fmla="*/ 634042 w 1910351"/>
              <a:gd name="csY2" fmla="*/ 1043099 h 1281073"/>
              <a:gd name="csX3" fmla="*/ 632177 w 1910351"/>
              <a:gd name="csY3" fmla="*/ 1033057 h 1281073"/>
              <a:gd name="csX4" fmla="*/ 632693 w 1910351"/>
              <a:gd name="csY4" fmla="*/ 1024049 h 1281073"/>
              <a:gd name="csX0" fmla="*/ 4729 w 43256"/>
              <a:gd name="csY0" fmla="*/ 26036 h 49386"/>
              <a:gd name="csX1" fmla="*/ 2196 w 43256"/>
              <a:gd name="csY1" fmla="*/ 25239 h 49386"/>
              <a:gd name="csX2" fmla="*/ 6964 w 43256"/>
              <a:gd name="csY2" fmla="*/ 34758 h 49386"/>
              <a:gd name="csX3" fmla="*/ 5856 w 43256"/>
              <a:gd name="csY3" fmla="*/ 35139 h 49386"/>
              <a:gd name="csX4" fmla="*/ 16514 w 43256"/>
              <a:gd name="csY4" fmla="*/ 38949 h 49386"/>
              <a:gd name="csX5" fmla="*/ 15846 w 43256"/>
              <a:gd name="csY5" fmla="*/ 37209 h 49386"/>
              <a:gd name="csX6" fmla="*/ 28863 w 43256"/>
              <a:gd name="csY6" fmla="*/ 34610 h 49386"/>
              <a:gd name="csX7" fmla="*/ 28596 w 43256"/>
              <a:gd name="csY7" fmla="*/ 36519 h 49386"/>
              <a:gd name="csX8" fmla="*/ 34165 w 43256"/>
              <a:gd name="csY8" fmla="*/ 22813 h 49386"/>
              <a:gd name="csX9" fmla="*/ 37416 w 43256"/>
              <a:gd name="csY9" fmla="*/ 29949 h 49386"/>
              <a:gd name="csX10" fmla="*/ 41834 w 43256"/>
              <a:gd name="csY10" fmla="*/ 15213 h 49386"/>
              <a:gd name="csX11" fmla="*/ 40386 w 43256"/>
              <a:gd name="csY11" fmla="*/ 17889 h 49386"/>
              <a:gd name="csX12" fmla="*/ 38360 w 43256"/>
              <a:gd name="csY12" fmla="*/ 5285 h 49386"/>
              <a:gd name="csX13" fmla="*/ 38436 w 43256"/>
              <a:gd name="csY13" fmla="*/ 6549 h 49386"/>
              <a:gd name="csX14" fmla="*/ 29114 w 43256"/>
              <a:gd name="csY14" fmla="*/ 3811 h 49386"/>
              <a:gd name="csX15" fmla="*/ 29856 w 43256"/>
              <a:gd name="csY15" fmla="*/ 2199 h 49386"/>
              <a:gd name="csX16" fmla="*/ 22177 w 43256"/>
              <a:gd name="csY16" fmla="*/ 4579 h 49386"/>
              <a:gd name="csX17" fmla="*/ 22536 w 43256"/>
              <a:gd name="csY17" fmla="*/ 3189 h 49386"/>
              <a:gd name="csX18" fmla="*/ 14036 w 43256"/>
              <a:gd name="csY18" fmla="*/ 5051 h 49386"/>
              <a:gd name="csX19" fmla="*/ 15336 w 43256"/>
              <a:gd name="csY19" fmla="*/ 6399 h 49386"/>
              <a:gd name="csX20" fmla="*/ 4163 w 43256"/>
              <a:gd name="csY20" fmla="*/ 15648 h 49386"/>
              <a:gd name="csX21" fmla="*/ 3936 w 43256"/>
              <a:gd name="csY21" fmla="*/ 14229 h 49386"/>
              <a:gd name="csX0" fmla="*/ 3936 w 43256"/>
              <a:gd name="csY0" fmla="*/ 14229 h 49386"/>
              <a:gd name="csX1" fmla="*/ 5659 w 43256"/>
              <a:gd name="csY1" fmla="*/ 6766 h 49386"/>
              <a:gd name="csX2" fmla="*/ 14041 w 43256"/>
              <a:gd name="csY2" fmla="*/ 5061 h 49386"/>
              <a:gd name="csX3" fmla="*/ 22492 w 43256"/>
              <a:gd name="csY3" fmla="*/ 3291 h 49386"/>
              <a:gd name="csX4" fmla="*/ 25785 w 43256"/>
              <a:gd name="csY4" fmla="*/ 59 h 49386"/>
              <a:gd name="csX5" fmla="*/ 29869 w 43256"/>
              <a:gd name="csY5" fmla="*/ 2340 h 49386"/>
              <a:gd name="csX6" fmla="*/ 35499 w 43256"/>
              <a:gd name="csY6" fmla="*/ 549 h 49386"/>
              <a:gd name="csX7" fmla="*/ 38354 w 43256"/>
              <a:gd name="csY7" fmla="*/ 5435 h 49386"/>
              <a:gd name="csX8" fmla="*/ 42018 w 43256"/>
              <a:gd name="csY8" fmla="*/ 10177 h 49386"/>
              <a:gd name="csX9" fmla="*/ 41854 w 43256"/>
              <a:gd name="csY9" fmla="*/ 15319 h 49386"/>
              <a:gd name="csX10" fmla="*/ 43052 w 43256"/>
              <a:gd name="csY10" fmla="*/ 23181 h 49386"/>
              <a:gd name="csX11" fmla="*/ 37440 w 43256"/>
              <a:gd name="csY11" fmla="*/ 30063 h 49386"/>
              <a:gd name="csX12" fmla="*/ 35431 w 43256"/>
              <a:gd name="csY12" fmla="*/ 35960 h 49386"/>
              <a:gd name="csX13" fmla="*/ 28591 w 43256"/>
              <a:gd name="csY13" fmla="*/ 36674 h 49386"/>
              <a:gd name="csX14" fmla="*/ 23703 w 43256"/>
              <a:gd name="csY14" fmla="*/ 42965 h 49386"/>
              <a:gd name="csX15" fmla="*/ 16516 w 43256"/>
              <a:gd name="csY15" fmla="*/ 39125 h 49386"/>
              <a:gd name="csX16" fmla="*/ 5840 w 43256"/>
              <a:gd name="csY16" fmla="*/ 35331 h 49386"/>
              <a:gd name="csX17" fmla="*/ 1146 w 43256"/>
              <a:gd name="csY17" fmla="*/ 31109 h 49386"/>
              <a:gd name="csX18" fmla="*/ 2149 w 43256"/>
              <a:gd name="csY18" fmla="*/ 25410 h 49386"/>
              <a:gd name="csX19" fmla="*/ 31 w 43256"/>
              <a:gd name="csY19" fmla="*/ 19563 h 49386"/>
              <a:gd name="csX20" fmla="*/ 3899 w 43256"/>
              <a:gd name="csY20" fmla="*/ 14366 h 49386"/>
              <a:gd name="csX21" fmla="*/ 3936 w 43256"/>
              <a:gd name="csY21" fmla="*/ 14229 h 49386"/>
              <a:gd name="csX0" fmla="*/ 629670 w 1910351"/>
              <a:gd name="csY0" fmla="*/ 904619 h 1281073"/>
              <a:gd name="csX1" fmla="*/ 627117 w 1910351"/>
              <a:gd name="csY1" fmla="*/ 961941 h 1281073"/>
              <a:gd name="csX2" fmla="*/ 526933 w 1910351"/>
              <a:gd name="csY2" fmla="*/ 1257044 h 1281073"/>
              <a:gd name="csX3" fmla="*/ 631879 w 1910351"/>
              <a:gd name="csY3" fmla="*/ 992554 h 1281073"/>
              <a:gd name="csX4" fmla="*/ 629670 w 1910351"/>
              <a:gd name="csY4" fmla="*/ 904619 h 1281073"/>
              <a:gd name="csX0" fmla="*/ 642012 w 1910351"/>
              <a:gd name="csY0" fmla="*/ 1218816 h 1281073"/>
              <a:gd name="csX1" fmla="*/ 579755 w 1910351"/>
              <a:gd name="csY1" fmla="*/ 1281073 h 1281073"/>
              <a:gd name="csX2" fmla="*/ 517498 w 1910351"/>
              <a:gd name="csY2" fmla="*/ 1218816 h 1281073"/>
              <a:gd name="csX3" fmla="*/ 579755 w 1910351"/>
              <a:gd name="csY3" fmla="*/ 1156559 h 1281073"/>
              <a:gd name="csX4" fmla="*/ 642012 w 1910351"/>
              <a:gd name="csY4" fmla="*/ 1218816 h 1281073"/>
              <a:gd name="csX0" fmla="*/ 632693 w 1910351"/>
              <a:gd name="csY0" fmla="*/ 1024049 h 1281073"/>
              <a:gd name="csX1" fmla="*/ 627414 w 1910351"/>
              <a:gd name="csY1" fmla="*/ 1034089 h 1281073"/>
              <a:gd name="csX2" fmla="*/ 634042 w 1910351"/>
              <a:gd name="csY2" fmla="*/ 1043099 h 1281073"/>
              <a:gd name="csX3" fmla="*/ 632177 w 1910351"/>
              <a:gd name="csY3" fmla="*/ 1033057 h 1281073"/>
              <a:gd name="csX4" fmla="*/ 632693 w 1910351"/>
              <a:gd name="csY4" fmla="*/ 1024049 h 1281073"/>
              <a:gd name="csX0" fmla="*/ 4729 w 43256"/>
              <a:gd name="csY0" fmla="*/ 26036 h 49386"/>
              <a:gd name="csX1" fmla="*/ 2196 w 43256"/>
              <a:gd name="csY1" fmla="*/ 25239 h 49386"/>
              <a:gd name="csX2" fmla="*/ 6964 w 43256"/>
              <a:gd name="csY2" fmla="*/ 34758 h 49386"/>
              <a:gd name="csX3" fmla="*/ 5856 w 43256"/>
              <a:gd name="csY3" fmla="*/ 35139 h 49386"/>
              <a:gd name="csX4" fmla="*/ 16514 w 43256"/>
              <a:gd name="csY4" fmla="*/ 38949 h 49386"/>
              <a:gd name="csX5" fmla="*/ 15846 w 43256"/>
              <a:gd name="csY5" fmla="*/ 37209 h 49386"/>
              <a:gd name="csX6" fmla="*/ 28863 w 43256"/>
              <a:gd name="csY6" fmla="*/ 34610 h 49386"/>
              <a:gd name="csX7" fmla="*/ 28596 w 43256"/>
              <a:gd name="csY7" fmla="*/ 36519 h 49386"/>
              <a:gd name="csX8" fmla="*/ 34165 w 43256"/>
              <a:gd name="csY8" fmla="*/ 22813 h 49386"/>
              <a:gd name="csX9" fmla="*/ 37416 w 43256"/>
              <a:gd name="csY9" fmla="*/ 29949 h 49386"/>
              <a:gd name="csX10" fmla="*/ 41834 w 43256"/>
              <a:gd name="csY10" fmla="*/ 15213 h 49386"/>
              <a:gd name="csX11" fmla="*/ 40386 w 43256"/>
              <a:gd name="csY11" fmla="*/ 17889 h 49386"/>
              <a:gd name="csX12" fmla="*/ 38360 w 43256"/>
              <a:gd name="csY12" fmla="*/ 5285 h 49386"/>
              <a:gd name="csX13" fmla="*/ 38436 w 43256"/>
              <a:gd name="csY13" fmla="*/ 6549 h 49386"/>
              <a:gd name="csX14" fmla="*/ 29114 w 43256"/>
              <a:gd name="csY14" fmla="*/ 3811 h 49386"/>
              <a:gd name="csX15" fmla="*/ 29856 w 43256"/>
              <a:gd name="csY15" fmla="*/ 2199 h 49386"/>
              <a:gd name="csX16" fmla="*/ 22177 w 43256"/>
              <a:gd name="csY16" fmla="*/ 4579 h 49386"/>
              <a:gd name="csX17" fmla="*/ 22536 w 43256"/>
              <a:gd name="csY17" fmla="*/ 3189 h 49386"/>
              <a:gd name="csX18" fmla="*/ 14036 w 43256"/>
              <a:gd name="csY18" fmla="*/ 5051 h 49386"/>
              <a:gd name="csX19" fmla="*/ 15336 w 43256"/>
              <a:gd name="csY19" fmla="*/ 6399 h 49386"/>
              <a:gd name="csX20" fmla="*/ 4163 w 43256"/>
              <a:gd name="csY20" fmla="*/ 15648 h 49386"/>
              <a:gd name="csX21" fmla="*/ 3936 w 43256"/>
              <a:gd name="csY21" fmla="*/ 14229 h 49386"/>
              <a:gd name="csX0" fmla="*/ 3936 w 43256"/>
              <a:gd name="csY0" fmla="*/ 14229 h 50141"/>
              <a:gd name="csX1" fmla="*/ 5659 w 43256"/>
              <a:gd name="csY1" fmla="*/ 6766 h 50141"/>
              <a:gd name="csX2" fmla="*/ 14041 w 43256"/>
              <a:gd name="csY2" fmla="*/ 5061 h 50141"/>
              <a:gd name="csX3" fmla="*/ 22492 w 43256"/>
              <a:gd name="csY3" fmla="*/ 3291 h 50141"/>
              <a:gd name="csX4" fmla="*/ 25785 w 43256"/>
              <a:gd name="csY4" fmla="*/ 59 h 50141"/>
              <a:gd name="csX5" fmla="*/ 29869 w 43256"/>
              <a:gd name="csY5" fmla="*/ 2340 h 50141"/>
              <a:gd name="csX6" fmla="*/ 35499 w 43256"/>
              <a:gd name="csY6" fmla="*/ 549 h 50141"/>
              <a:gd name="csX7" fmla="*/ 38354 w 43256"/>
              <a:gd name="csY7" fmla="*/ 5435 h 50141"/>
              <a:gd name="csX8" fmla="*/ 42018 w 43256"/>
              <a:gd name="csY8" fmla="*/ 10177 h 50141"/>
              <a:gd name="csX9" fmla="*/ 41854 w 43256"/>
              <a:gd name="csY9" fmla="*/ 15319 h 50141"/>
              <a:gd name="csX10" fmla="*/ 43052 w 43256"/>
              <a:gd name="csY10" fmla="*/ 23181 h 50141"/>
              <a:gd name="csX11" fmla="*/ 37440 w 43256"/>
              <a:gd name="csY11" fmla="*/ 30063 h 50141"/>
              <a:gd name="csX12" fmla="*/ 35431 w 43256"/>
              <a:gd name="csY12" fmla="*/ 35960 h 50141"/>
              <a:gd name="csX13" fmla="*/ 28591 w 43256"/>
              <a:gd name="csY13" fmla="*/ 36674 h 50141"/>
              <a:gd name="csX14" fmla="*/ 23703 w 43256"/>
              <a:gd name="csY14" fmla="*/ 42965 h 50141"/>
              <a:gd name="csX15" fmla="*/ 16516 w 43256"/>
              <a:gd name="csY15" fmla="*/ 39125 h 50141"/>
              <a:gd name="csX16" fmla="*/ 5840 w 43256"/>
              <a:gd name="csY16" fmla="*/ 35331 h 50141"/>
              <a:gd name="csX17" fmla="*/ 1146 w 43256"/>
              <a:gd name="csY17" fmla="*/ 31109 h 50141"/>
              <a:gd name="csX18" fmla="*/ 2149 w 43256"/>
              <a:gd name="csY18" fmla="*/ 25410 h 50141"/>
              <a:gd name="csX19" fmla="*/ 31 w 43256"/>
              <a:gd name="csY19" fmla="*/ 19563 h 50141"/>
              <a:gd name="csX20" fmla="*/ 3899 w 43256"/>
              <a:gd name="csY20" fmla="*/ 14366 h 50141"/>
              <a:gd name="csX21" fmla="*/ 3936 w 43256"/>
              <a:gd name="csY21" fmla="*/ 14229 h 50141"/>
              <a:gd name="csX0" fmla="*/ 629670 w 1910351"/>
              <a:gd name="csY0" fmla="*/ 904619 h 1300649"/>
              <a:gd name="csX1" fmla="*/ 627117 w 1910351"/>
              <a:gd name="csY1" fmla="*/ 961941 h 1300649"/>
              <a:gd name="csX2" fmla="*/ 526933 w 1910351"/>
              <a:gd name="csY2" fmla="*/ 1257044 h 1300649"/>
              <a:gd name="csX3" fmla="*/ 631879 w 1910351"/>
              <a:gd name="csY3" fmla="*/ 992554 h 1300649"/>
              <a:gd name="csX4" fmla="*/ 629670 w 1910351"/>
              <a:gd name="csY4" fmla="*/ 904619 h 1300649"/>
              <a:gd name="csX0" fmla="*/ 572956 w 1910351"/>
              <a:gd name="csY0" fmla="*/ 871153 h 1300649"/>
              <a:gd name="csX1" fmla="*/ 579755 w 1910351"/>
              <a:gd name="csY1" fmla="*/ 1281073 h 1300649"/>
              <a:gd name="csX2" fmla="*/ 517498 w 1910351"/>
              <a:gd name="csY2" fmla="*/ 1218816 h 1300649"/>
              <a:gd name="csX3" fmla="*/ 579755 w 1910351"/>
              <a:gd name="csY3" fmla="*/ 1156559 h 1300649"/>
              <a:gd name="csX4" fmla="*/ 572956 w 1910351"/>
              <a:gd name="csY4" fmla="*/ 871153 h 1300649"/>
              <a:gd name="csX0" fmla="*/ 632693 w 1910351"/>
              <a:gd name="csY0" fmla="*/ 1024049 h 1300649"/>
              <a:gd name="csX1" fmla="*/ 627414 w 1910351"/>
              <a:gd name="csY1" fmla="*/ 1034089 h 1300649"/>
              <a:gd name="csX2" fmla="*/ 634042 w 1910351"/>
              <a:gd name="csY2" fmla="*/ 1043099 h 1300649"/>
              <a:gd name="csX3" fmla="*/ 632177 w 1910351"/>
              <a:gd name="csY3" fmla="*/ 1033057 h 1300649"/>
              <a:gd name="csX4" fmla="*/ 632693 w 1910351"/>
              <a:gd name="csY4" fmla="*/ 1024049 h 1300649"/>
              <a:gd name="csX0" fmla="*/ 4729 w 43256"/>
              <a:gd name="csY0" fmla="*/ 26036 h 50141"/>
              <a:gd name="csX1" fmla="*/ 2196 w 43256"/>
              <a:gd name="csY1" fmla="*/ 25239 h 50141"/>
              <a:gd name="csX2" fmla="*/ 6964 w 43256"/>
              <a:gd name="csY2" fmla="*/ 34758 h 50141"/>
              <a:gd name="csX3" fmla="*/ 5856 w 43256"/>
              <a:gd name="csY3" fmla="*/ 35139 h 50141"/>
              <a:gd name="csX4" fmla="*/ 16514 w 43256"/>
              <a:gd name="csY4" fmla="*/ 38949 h 50141"/>
              <a:gd name="csX5" fmla="*/ 15846 w 43256"/>
              <a:gd name="csY5" fmla="*/ 37209 h 50141"/>
              <a:gd name="csX6" fmla="*/ 28863 w 43256"/>
              <a:gd name="csY6" fmla="*/ 34610 h 50141"/>
              <a:gd name="csX7" fmla="*/ 28596 w 43256"/>
              <a:gd name="csY7" fmla="*/ 36519 h 50141"/>
              <a:gd name="csX8" fmla="*/ 34165 w 43256"/>
              <a:gd name="csY8" fmla="*/ 22813 h 50141"/>
              <a:gd name="csX9" fmla="*/ 37416 w 43256"/>
              <a:gd name="csY9" fmla="*/ 29949 h 50141"/>
              <a:gd name="csX10" fmla="*/ 41834 w 43256"/>
              <a:gd name="csY10" fmla="*/ 15213 h 50141"/>
              <a:gd name="csX11" fmla="*/ 40386 w 43256"/>
              <a:gd name="csY11" fmla="*/ 17889 h 50141"/>
              <a:gd name="csX12" fmla="*/ 38360 w 43256"/>
              <a:gd name="csY12" fmla="*/ 5285 h 50141"/>
              <a:gd name="csX13" fmla="*/ 38436 w 43256"/>
              <a:gd name="csY13" fmla="*/ 6549 h 50141"/>
              <a:gd name="csX14" fmla="*/ 29114 w 43256"/>
              <a:gd name="csY14" fmla="*/ 3811 h 50141"/>
              <a:gd name="csX15" fmla="*/ 29856 w 43256"/>
              <a:gd name="csY15" fmla="*/ 2199 h 50141"/>
              <a:gd name="csX16" fmla="*/ 22177 w 43256"/>
              <a:gd name="csY16" fmla="*/ 4579 h 50141"/>
              <a:gd name="csX17" fmla="*/ 22536 w 43256"/>
              <a:gd name="csY17" fmla="*/ 3189 h 50141"/>
              <a:gd name="csX18" fmla="*/ 14036 w 43256"/>
              <a:gd name="csY18" fmla="*/ 5051 h 50141"/>
              <a:gd name="csX19" fmla="*/ 15336 w 43256"/>
              <a:gd name="csY19" fmla="*/ 6399 h 50141"/>
              <a:gd name="csX20" fmla="*/ 4163 w 43256"/>
              <a:gd name="csY20" fmla="*/ 15648 h 50141"/>
              <a:gd name="csX21" fmla="*/ 3936 w 43256"/>
              <a:gd name="csY21" fmla="*/ 14229 h 50141"/>
              <a:gd name="csX0" fmla="*/ 3936 w 43256"/>
              <a:gd name="csY0" fmla="*/ 14229 h 50141"/>
              <a:gd name="csX1" fmla="*/ 5659 w 43256"/>
              <a:gd name="csY1" fmla="*/ 6766 h 50141"/>
              <a:gd name="csX2" fmla="*/ 14041 w 43256"/>
              <a:gd name="csY2" fmla="*/ 5061 h 50141"/>
              <a:gd name="csX3" fmla="*/ 22492 w 43256"/>
              <a:gd name="csY3" fmla="*/ 3291 h 50141"/>
              <a:gd name="csX4" fmla="*/ 25785 w 43256"/>
              <a:gd name="csY4" fmla="*/ 59 h 50141"/>
              <a:gd name="csX5" fmla="*/ 29869 w 43256"/>
              <a:gd name="csY5" fmla="*/ 2340 h 50141"/>
              <a:gd name="csX6" fmla="*/ 35499 w 43256"/>
              <a:gd name="csY6" fmla="*/ 549 h 50141"/>
              <a:gd name="csX7" fmla="*/ 38354 w 43256"/>
              <a:gd name="csY7" fmla="*/ 5435 h 50141"/>
              <a:gd name="csX8" fmla="*/ 42018 w 43256"/>
              <a:gd name="csY8" fmla="*/ 10177 h 50141"/>
              <a:gd name="csX9" fmla="*/ 41854 w 43256"/>
              <a:gd name="csY9" fmla="*/ 15319 h 50141"/>
              <a:gd name="csX10" fmla="*/ 43052 w 43256"/>
              <a:gd name="csY10" fmla="*/ 23181 h 50141"/>
              <a:gd name="csX11" fmla="*/ 37440 w 43256"/>
              <a:gd name="csY11" fmla="*/ 30063 h 50141"/>
              <a:gd name="csX12" fmla="*/ 35431 w 43256"/>
              <a:gd name="csY12" fmla="*/ 35960 h 50141"/>
              <a:gd name="csX13" fmla="*/ 28591 w 43256"/>
              <a:gd name="csY13" fmla="*/ 36674 h 50141"/>
              <a:gd name="csX14" fmla="*/ 23703 w 43256"/>
              <a:gd name="csY14" fmla="*/ 42965 h 50141"/>
              <a:gd name="csX15" fmla="*/ 16516 w 43256"/>
              <a:gd name="csY15" fmla="*/ 39125 h 50141"/>
              <a:gd name="csX16" fmla="*/ 5840 w 43256"/>
              <a:gd name="csY16" fmla="*/ 35331 h 50141"/>
              <a:gd name="csX17" fmla="*/ 1146 w 43256"/>
              <a:gd name="csY17" fmla="*/ 31109 h 50141"/>
              <a:gd name="csX18" fmla="*/ 2149 w 43256"/>
              <a:gd name="csY18" fmla="*/ 25410 h 50141"/>
              <a:gd name="csX19" fmla="*/ 31 w 43256"/>
              <a:gd name="csY19" fmla="*/ 19563 h 50141"/>
              <a:gd name="csX20" fmla="*/ 3899 w 43256"/>
              <a:gd name="csY20" fmla="*/ 14366 h 50141"/>
              <a:gd name="csX21" fmla="*/ 3936 w 43256"/>
              <a:gd name="csY21" fmla="*/ 14229 h 50141"/>
              <a:gd name="csX0" fmla="*/ 629670 w 1910351"/>
              <a:gd name="csY0" fmla="*/ 904619 h 1300649"/>
              <a:gd name="csX1" fmla="*/ 627117 w 1910351"/>
              <a:gd name="csY1" fmla="*/ 961941 h 1300649"/>
              <a:gd name="csX2" fmla="*/ 574558 w 1910351"/>
              <a:gd name="csY2" fmla="*/ 897475 h 1300649"/>
              <a:gd name="csX3" fmla="*/ 631879 w 1910351"/>
              <a:gd name="csY3" fmla="*/ 992554 h 1300649"/>
              <a:gd name="csX4" fmla="*/ 629670 w 1910351"/>
              <a:gd name="csY4" fmla="*/ 904619 h 1300649"/>
              <a:gd name="csX0" fmla="*/ 572956 w 1910351"/>
              <a:gd name="csY0" fmla="*/ 871153 h 1300649"/>
              <a:gd name="csX1" fmla="*/ 579755 w 1910351"/>
              <a:gd name="csY1" fmla="*/ 1281073 h 1300649"/>
              <a:gd name="csX2" fmla="*/ 517498 w 1910351"/>
              <a:gd name="csY2" fmla="*/ 1218816 h 1300649"/>
              <a:gd name="csX3" fmla="*/ 579755 w 1910351"/>
              <a:gd name="csY3" fmla="*/ 1156559 h 1300649"/>
              <a:gd name="csX4" fmla="*/ 572956 w 1910351"/>
              <a:gd name="csY4" fmla="*/ 871153 h 1300649"/>
              <a:gd name="csX0" fmla="*/ 632693 w 1910351"/>
              <a:gd name="csY0" fmla="*/ 1024049 h 1300649"/>
              <a:gd name="csX1" fmla="*/ 627414 w 1910351"/>
              <a:gd name="csY1" fmla="*/ 1034089 h 1300649"/>
              <a:gd name="csX2" fmla="*/ 634042 w 1910351"/>
              <a:gd name="csY2" fmla="*/ 1043099 h 1300649"/>
              <a:gd name="csX3" fmla="*/ 632177 w 1910351"/>
              <a:gd name="csY3" fmla="*/ 1033057 h 1300649"/>
              <a:gd name="csX4" fmla="*/ 632693 w 1910351"/>
              <a:gd name="csY4" fmla="*/ 1024049 h 1300649"/>
              <a:gd name="csX0" fmla="*/ 4729 w 43256"/>
              <a:gd name="csY0" fmla="*/ 26036 h 50141"/>
              <a:gd name="csX1" fmla="*/ 2196 w 43256"/>
              <a:gd name="csY1" fmla="*/ 25239 h 50141"/>
              <a:gd name="csX2" fmla="*/ 6964 w 43256"/>
              <a:gd name="csY2" fmla="*/ 34758 h 50141"/>
              <a:gd name="csX3" fmla="*/ 5856 w 43256"/>
              <a:gd name="csY3" fmla="*/ 35139 h 50141"/>
              <a:gd name="csX4" fmla="*/ 16514 w 43256"/>
              <a:gd name="csY4" fmla="*/ 38949 h 50141"/>
              <a:gd name="csX5" fmla="*/ 15846 w 43256"/>
              <a:gd name="csY5" fmla="*/ 37209 h 50141"/>
              <a:gd name="csX6" fmla="*/ 28863 w 43256"/>
              <a:gd name="csY6" fmla="*/ 34610 h 50141"/>
              <a:gd name="csX7" fmla="*/ 28596 w 43256"/>
              <a:gd name="csY7" fmla="*/ 36519 h 50141"/>
              <a:gd name="csX8" fmla="*/ 34165 w 43256"/>
              <a:gd name="csY8" fmla="*/ 22813 h 50141"/>
              <a:gd name="csX9" fmla="*/ 37416 w 43256"/>
              <a:gd name="csY9" fmla="*/ 29949 h 50141"/>
              <a:gd name="csX10" fmla="*/ 41834 w 43256"/>
              <a:gd name="csY10" fmla="*/ 15213 h 50141"/>
              <a:gd name="csX11" fmla="*/ 40386 w 43256"/>
              <a:gd name="csY11" fmla="*/ 17889 h 50141"/>
              <a:gd name="csX12" fmla="*/ 38360 w 43256"/>
              <a:gd name="csY12" fmla="*/ 5285 h 50141"/>
              <a:gd name="csX13" fmla="*/ 38436 w 43256"/>
              <a:gd name="csY13" fmla="*/ 6549 h 50141"/>
              <a:gd name="csX14" fmla="*/ 29114 w 43256"/>
              <a:gd name="csY14" fmla="*/ 3811 h 50141"/>
              <a:gd name="csX15" fmla="*/ 29856 w 43256"/>
              <a:gd name="csY15" fmla="*/ 2199 h 50141"/>
              <a:gd name="csX16" fmla="*/ 22177 w 43256"/>
              <a:gd name="csY16" fmla="*/ 4579 h 50141"/>
              <a:gd name="csX17" fmla="*/ 22536 w 43256"/>
              <a:gd name="csY17" fmla="*/ 3189 h 50141"/>
              <a:gd name="csX18" fmla="*/ 14036 w 43256"/>
              <a:gd name="csY18" fmla="*/ 5051 h 50141"/>
              <a:gd name="csX19" fmla="*/ 15336 w 43256"/>
              <a:gd name="csY19" fmla="*/ 6399 h 50141"/>
              <a:gd name="csX20" fmla="*/ 4163 w 43256"/>
              <a:gd name="csY20" fmla="*/ 15648 h 50141"/>
              <a:gd name="csX21" fmla="*/ 3936 w 43256"/>
              <a:gd name="csY21" fmla="*/ 14229 h 50141"/>
              <a:gd name="csX0" fmla="*/ 3936 w 43256"/>
              <a:gd name="csY0" fmla="*/ 14229 h 47096"/>
              <a:gd name="csX1" fmla="*/ 5659 w 43256"/>
              <a:gd name="csY1" fmla="*/ 6766 h 47096"/>
              <a:gd name="csX2" fmla="*/ 14041 w 43256"/>
              <a:gd name="csY2" fmla="*/ 5061 h 47096"/>
              <a:gd name="csX3" fmla="*/ 22492 w 43256"/>
              <a:gd name="csY3" fmla="*/ 3291 h 47096"/>
              <a:gd name="csX4" fmla="*/ 25785 w 43256"/>
              <a:gd name="csY4" fmla="*/ 59 h 47096"/>
              <a:gd name="csX5" fmla="*/ 29869 w 43256"/>
              <a:gd name="csY5" fmla="*/ 2340 h 47096"/>
              <a:gd name="csX6" fmla="*/ 35499 w 43256"/>
              <a:gd name="csY6" fmla="*/ 549 h 47096"/>
              <a:gd name="csX7" fmla="*/ 38354 w 43256"/>
              <a:gd name="csY7" fmla="*/ 5435 h 47096"/>
              <a:gd name="csX8" fmla="*/ 42018 w 43256"/>
              <a:gd name="csY8" fmla="*/ 10177 h 47096"/>
              <a:gd name="csX9" fmla="*/ 41854 w 43256"/>
              <a:gd name="csY9" fmla="*/ 15319 h 47096"/>
              <a:gd name="csX10" fmla="*/ 43052 w 43256"/>
              <a:gd name="csY10" fmla="*/ 23181 h 47096"/>
              <a:gd name="csX11" fmla="*/ 37440 w 43256"/>
              <a:gd name="csY11" fmla="*/ 30063 h 47096"/>
              <a:gd name="csX12" fmla="*/ 35431 w 43256"/>
              <a:gd name="csY12" fmla="*/ 35960 h 47096"/>
              <a:gd name="csX13" fmla="*/ 28591 w 43256"/>
              <a:gd name="csY13" fmla="*/ 36674 h 47096"/>
              <a:gd name="csX14" fmla="*/ 23703 w 43256"/>
              <a:gd name="csY14" fmla="*/ 42965 h 47096"/>
              <a:gd name="csX15" fmla="*/ 16516 w 43256"/>
              <a:gd name="csY15" fmla="*/ 39125 h 47096"/>
              <a:gd name="csX16" fmla="*/ 5840 w 43256"/>
              <a:gd name="csY16" fmla="*/ 35331 h 47096"/>
              <a:gd name="csX17" fmla="*/ 1146 w 43256"/>
              <a:gd name="csY17" fmla="*/ 31109 h 47096"/>
              <a:gd name="csX18" fmla="*/ 2149 w 43256"/>
              <a:gd name="csY18" fmla="*/ 25410 h 47096"/>
              <a:gd name="csX19" fmla="*/ 31 w 43256"/>
              <a:gd name="csY19" fmla="*/ 19563 h 47096"/>
              <a:gd name="csX20" fmla="*/ 3899 w 43256"/>
              <a:gd name="csY20" fmla="*/ 14366 h 47096"/>
              <a:gd name="csX21" fmla="*/ 3936 w 43256"/>
              <a:gd name="csY21" fmla="*/ 14229 h 47096"/>
              <a:gd name="csX0" fmla="*/ 629670 w 1910351"/>
              <a:gd name="csY0" fmla="*/ 904619 h 1221656"/>
              <a:gd name="csX1" fmla="*/ 627117 w 1910351"/>
              <a:gd name="csY1" fmla="*/ 961941 h 1221656"/>
              <a:gd name="csX2" fmla="*/ 574558 w 1910351"/>
              <a:gd name="csY2" fmla="*/ 897475 h 1221656"/>
              <a:gd name="csX3" fmla="*/ 631879 w 1910351"/>
              <a:gd name="csY3" fmla="*/ 992554 h 1221656"/>
              <a:gd name="csX4" fmla="*/ 629670 w 1910351"/>
              <a:gd name="csY4" fmla="*/ 904619 h 1221656"/>
              <a:gd name="csX0" fmla="*/ 572956 w 1910351"/>
              <a:gd name="csY0" fmla="*/ 871153 h 1221656"/>
              <a:gd name="csX1" fmla="*/ 560705 w 1910351"/>
              <a:gd name="csY1" fmla="*/ 907217 h 1221656"/>
              <a:gd name="csX2" fmla="*/ 517498 w 1910351"/>
              <a:gd name="csY2" fmla="*/ 1218816 h 1221656"/>
              <a:gd name="csX3" fmla="*/ 579755 w 1910351"/>
              <a:gd name="csY3" fmla="*/ 1156559 h 1221656"/>
              <a:gd name="csX4" fmla="*/ 572956 w 1910351"/>
              <a:gd name="csY4" fmla="*/ 871153 h 1221656"/>
              <a:gd name="csX0" fmla="*/ 632693 w 1910351"/>
              <a:gd name="csY0" fmla="*/ 1024049 h 1221656"/>
              <a:gd name="csX1" fmla="*/ 627414 w 1910351"/>
              <a:gd name="csY1" fmla="*/ 1034089 h 1221656"/>
              <a:gd name="csX2" fmla="*/ 634042 w 1910351"/>
              <a:gd name="csY2" fmla="*/ 1043099 h 1221656"/>
              <a:gd name="csX3" fmla="*/ 632177 w 1910351"/>
              <a:gd name="csY3" fmla="*/ 1033057 h 1221656"/>
              <a:gd name="csX4" fmla="*/ 632693 w 1910351"/>
              <a:gd name="csY4" fmla="*/ 1024049 h 1221656"/>
              <a:gd name="csX0" fmla="*/ 4729 w 43256"/>
              <a:gd name="csY0" fmla="*/ 26036 h 47096"/>
              <a:gd name="csX1" fmla="*/ 2196 w 43256"/>
              <a:gd name="csY1" fmla="*/ 25239 h 47096"/>
              <a:gd name="csX2" fmla="*/ 6964 w 43256"/>
              <a:gd name="csY2" fmla="*/ 34758 h 47096"/>
              <a:gd name="csX3" fmla="*/ 5856 w 43256"/>
              <a:gd name="csY3" fmla="*/ 35139 h 47096"/>
              <a:gd name="csX4" fmla="*/ 16514 w 43256"/>
              <a:gd name="csY4" fmla="*/ 38949 h 47096"/>
              <a:gd name="csX5" fmla="*/ 15846 w 43256"/>
              <a:gd name="csY5" fmla="*/ 37209 h 47096"/>
              <a:gd name="csX6" fmla="*/ 28863 w 43256"/>
              <a:gd name="csY6" fmla="*/ 34610 h 47096"/>
              <a:gd name="csX7" fmla="*/ 28596 w 43256"/>
              <a:gd name="csY7" fmla="*/ 36519 h 47096"/>
              <a:gd name="csX8" fmla="*/ 34165 w 43256"/>
              <a:gd name="csY8" fmla="*/ 22813 h 47096"/>
              <a:gd name="csX9" fmla="*/ 37416 w 43256"/>
              <a:gd name="csY9" fmla="*/ 29949 h 47096"/>
              <a:gd name="csX10" fmla="*/ 41834 w 43256"/>
              <a:gd name="csY10" fmla="*/ 15213 h 47096"/>
              <a:gd name="csX11" fmla="*/ 40386 w 43256"/>
              <a:gd name="csY11" fmla="*/ 17889 h 47096"/>
              <a:gd name="csX12" fmla="*/ 38360 w 43256"/>
              <a:gd name="csY12" fmla="*/ 5285 h 47096"/>
              <a:gd name="csX13" fmla="*/ 38436 w 43256"/>
              <a:gd name="csY13" fmla="*/ 6549 h 47096"/>
              <a:gd name="csX14" fmla="*/ 29114 w 43256"/>
              <a:gd name="csY14" fmla="*/ 3811 h 47096"/>
              <a:gd name="csX15" fmla="*/ 29856 w 43256"/>
              <a:gd name="csY15" fmla="*/ 2199 h 47096"/>
              <a:gd name="csX16" fmla="*/ 22177 w 43256"/>
              <a:gd name="csY16" fmla="*/ 4579 h 47096"/>
              <a:gd name="csX17" fmla="*/ 22536 w 43256"/>
              <a:gd name="csY17" fmla="*/ 3189 h 47096"/>
              <a:gd name="csX18" fmla="*/ 14036 w 43256"/>
              <a:gd name="csY18" fmla="*/ 5051 h 47096"/>
              <a:gd name="csX19" fmla="*/ 15336 w 43256"/>
              <a:gd name="csY19" fmla="*/ 6399 h 47096"/>
              <a:gd name="csX20" fmla="*/ 4163 w 43256"/>
              <a:gd name="csY20" fmla="*/ 15648 h 47096"/>
              <a:gd name="csX21" fmla="*/ 3936 w 43256"/>
              <a:gd name="csY21" fmla="*/ 14229 h 47096"/>
              <a:gd name="csX0" fmla="*/ 3936 w 43256"/>
              <a:gd name="csY0" fmla="*/ 14229 h 47096"/>
              <a:gd name="csX1" fmla="*/ 5659 w 43256"/>
              <a:gd name="csY1" fmla="*/ 6766 h 47096"/>
              <a:gd name="csX2" fmla="*/ 14041 w 43256"/>
              <a:gd name="csY2" fmla="*/ 5061 h 47096"/>
              <a:gd name="csX3" fmla="*/ 22492 w 43256"/>
              <a:gd name="csY3" fmla="*/ 3291 h 47096"/>
              <a:gd name="csX4" fmla="*/ 25785 w 43256"/>
              <a:gd name="csY4" fmla="*/ 59 h 47096"/>
              <a:gd name="csX5" fmla="*/ 29869 w 43256"/>
              <a:gd name="csY5" fmla="*/ 2340 h 47096"/>
              <a:gd name="csX6" fmla="*/ 35499 w 43256"/>
              <a:gd name="csY6" fmla="*/ 549 h 47096"/>
              <a:gd name="csX7" fmla="*/ 38354 w 43256"/>
              <a:gd name="csY7" fmla="*/ 5435 h 47096"/>
              <a:gd name="csX8" fmla="*/ 42018 w 43256"/>
              <a:gd name="csY8" fmla="*/ 10177 h 47096"/>
              <a:gd name="csX9" fmla="*/ 41854 w 43256"/>
              <a:gd name="csY9" fmla="*/ 15319 h 47096"/>
              <a:gd name="csX10" fmla="*/ 43052 w 43256"/>
              <a:gd name="csY10" fmla="*/ 23181 h 47096"/>
              <a:gd name="csX11" fmla="*/ 37440 w 43256"/>
              <a:gd name="csY11" fmla="*/ 30063 h 47096"/>
              <a:gd name="csX12" fmla="*/ 35431 w 43256"/>
              <a:gd name="csY12" fmla="*/ 35960 h 47096"/>
              <a:gd name="csX13" fmla="*/ 28591 w 43256"/>
              <a:gd name="csY13" fmla="*/ 36674 h 47096"/>
              <a:gd name="csX14" fmla="*/ 23703 w 43256"/>
              <a:gd name="csY14" fmla="*/ 42965 h 47096"/>
              <a:gd name="csX15" fmla="*/ 16516 w 43256"/>
              <a:gd name="csY15" fmla="*/ 39125 h 47096"/>
              <a:gd name="csX16" fmla="*/ 5840 w 43256"/>
              <a:gd name="csY16" fmla="*/ 35331 h 47096"/>
              <a:gd name="csX17" fmla="*/ 1146 w 43256"/>
              <a:gd name="csY17" fmla="*/ 31109 h 47096"/>
              <a:gd name="csX18" fmla="*/ 2149 w 43256"/>
              <a:gd name="csY18" fmla="*/ 25410 h 47096"/>
              <a:gd name="csX19" fmla="*/ 31 w 43256"/>
              <a:gd name="csY19" fmla="*/ 19563 h 47096"/>
              <a:gd name="csX20" fmla="*/ 3899 w 43256"/>
              <a:gd name="csY20" fmla="*/ 14366 h 47096"/>
              <a:gd name="csX21" fmla="*/ 3936 w 43256"/>
              <a:gd name="csY21" fmla="*/ 14229 h 47096"/>
              <a:gd name="csX0" fmla="*/ 629670 w 1910351"/>
              <a:gd name="csY0" fmla="*/ 904619 h 1221656"/>
              <a:gd name="csX1" fmla="*/ 627117 w 1910351"/>
              <a:gd name="csY1" fmla="*/ 961941 h 1221656"/>
              <a:gd name="csX2" fmla="*/ 574558 w 1910351"/>
              <a:gd name="csY2" fmla="*/ 897475 h 1221656"/>
              <a:gd name="csX3" fmla="*/ 631879 w 1910351"/>
              <a:gd name="csY3" fmla="*/ 992554 h 1221656"/>
              <a:gd name="csX4" fmla="*/ 629670 w 1910351"/>
              <a:gd name="csY4" fmla="*/ 904619 h 1221656"/>
              <a:gd name="csX0" fmla="*/ 572956 w 1910351"/>
              <a:gd name="csY0" fmla="*/ 871153 h 1221656"/>
              <a:gd name="csX1" fmla="*/ 560705 w 1910351"/>
              <a:gd name="csY1" fmla="*/ 907217 h 1221656"/>
              <a:gd name="csX2" fmla="*/ 517498 w 1910351"/>
              <a:gd name="csY2" fmla="*/ 1218816 h 1221656"/>
              <a:gd name="csX3" fmla="*/ 579755 w 1910351"/>
              <a:gd name="csY3" fmla="*/ 944627 h 1221656"/>
              <a:gd name="csX4" fmla="*/ 572956 w 1910351"/>
              <a:gd name="csY4" fmla="*/ 871153 h 1221656"/>
              <a:gd name="csX0" fmla="*/ 632693 w 1910351"/>
              <a:gd name="csY0" fmla="*/ 1024049 h 1221656"/>
              <a:gd name="csX1" fmla="*/ 627414 w 1910351"/>
              <a:gd name="csY1" fmla="*/ 1034089 h 1221656"/>
              <a:gd name="csX2" fmla="*/ 634042 w 1910351"/>
              <a:gd name="csY2" fmla="*/ 1043099 h 1221656"/>
              <a:gd name="csX3" fmla="*/ 632177 w 1910351"/>
              <a:gd name="csY3" fmla="*/ 1033057 h 1221656"/>
              <a:gd name="csX4" fmla="*/ 632693 w 1910351"/>
              <a:gd name="csY4" fmla="*/ 1024049 h 1221656"/>
              <a:gd name="csX0" fmla="*/ 4729 w 43256"/>
              <a:gd name="csY0" fmla="*/ 26036 h 47096"/>
              <a:gd name="csX1" fmla="*/ 2196 w 43256"/>
              <a:gd name="csY1" fmla="*/ 25239 h 47096"/>
              <a:gd name="csX2" fmla="*/ 6964 w 43256"/>
              <a:gd name="csY2" fmla="*/ 34758 h 47096"/>
              <a:gd name="csX3" fmla="*/ 5856 w 43256"/>
              <a:gd name="csY3" fmla="*/ 35139 h 47096"/>
              <a:gd name="csX4" fmla="*/ 16514 w 43256"/>
              <a:gd name="csY4" fmla="*/ 38949 h 47096"/>
              <a:gd name="csX5" fmla="*/ 15846 w 43256"/>
              <a:gd name="csY5" fmla="*/ 37209 h 47096"/>
              <a:gd name="csX6" fmla="*/ 28863 w 43256"/>
              <a:gd name="csY6" fmla="*/ 34610 h 47096"/>
              <a:gd name="csX7" fmla="*/ 28596 w 43256"/>
              <a:gd name="csY7" fmla="*/ 36519 h 47096"/>
              <a:gd name="csX8" fmla="*/ 34165 w 43256"/>
              <a:gd name="csY8" fmla="*/ 22813 h 47096"/>
              <a:gd name="csX9" fmla="*/ 37416 w 43256"/>
              <a:gd name="csY9" fmla="*/ 29949 h 47096"/>
              <a:gd name="csX10" fmla="*/ 41834 w 43256"/>
              <a:gd name="csY10" fmla="*/ 15213 h 47096"/>
              <a:gd name="csX11" fmla="*/ 40386 w 43256"/>
              <a:gd name="csY11" fmla="*/ 17889 h 47096"/>
              <a:gd name="csX12" fmla="*/ 38360 w 43256"/>
              <a:gd name="csY12" fmla="*/ 5285 h 47096"/>
              <a:gd name="csX13" fmla="*/ 38436 w 43256"/>
              <a:gd name="csY13" fmla="*/ 6549 h 47096"/>
              <a:gd name="csX14" fmla="*/ 29114 w 43256"/>
              <a:gd name="csY14" fmla="*/ 3811 h 47096"/>
              <a:gd name="csX15" fmla="*/ 29856 w 43256"/>
              <a:gd name="csY15" fmla="*/ 2199 h 47096"/>
              <a:gd name="csX16" fmla="*/ 22177 w 43256"/>
              <a:gd name="csY16" fmla="*/ 4579 h 47096"/>
              <a:gd name="csX17" fmla="*/ 22536 w 43256"/>
              <a:gd name="csY17" fmla="*/ 3189 h 47096"/>
              <a:gd name="csX18" fmla="*/ 14036 w 43256"/>
              <a:gd name="csY18" fmla="*/ 5051 h 47096"/>
              <a:gd name="csX19" fmla="*/ 15336 w 43256"/>
              <a:gd name="csY19" fmla="*/ 6399 h 47096"/>
              <a:gd name="csX20" fmla="*/ 4163 w 43256"/>
              <a:gd name="csY20" fmla="*/ 15648 h 47096"/>
              <a:gd name="csX21" fmla="*/ 3936 w 43256"/>
              <a:gd name="csY21" fmla="*/ 14229 h 47096"/>
              <a:gd name="csX0" fmla="*/ 3936 w 43256"/>
              <a:gd name="csY0" fmla="*/ 14229 h 43219"/>
              <a:gd name="csX1" fmla="*/ 5659 w 43256"/>
              <a:gd name="csY1" fmla="*/ 6766 h 43219"/>
              <a:gd name="csX2" fmla="*/ 14041 w 43256"/>
              <a:gd name="csY2" fmla="*/ 5061 h 43219"/>
              <a:gd name="csX3" fmla="*/ 22492 w 43256"/>
              <a:gd name="csY3" fmla="*/ 3291 h 43219"/>
              <a:gd name="csX4" fmla="*/ 25785 w 43256"/>
              <a:gd name="csY4" fmla="*/ 59 h 43219"/>
              <a:gd name="csX5" fmla="*/ 29869 w 43256"/>
              <a:gd name="csY5" fmla="*/ 2340 h 43219"/>
              <a:gd name="csX6" fmla="*/ 35499 w 43256"/>
              <a:gd name="csY6" fmla="*/ 549 h 43219"/>
              <a:gd name="csX7" fmla="*/ 38354 w 43256"/>
              <a:gd name="csY7" fmla="*/ 5435 h 43219"/>
              <a:gd name="csX8" fmla="*/ 42018 w 43256"/>
              <a:gd name="csY8" fmla="*/ 10177 h 43219"/>
              <a:gd name="csX9" fmla="*/ 41854 w 43256"/>
              <a:gd name="csY9" fmla="*/ 15319 h 43219"/>
              <a:gd name="csX10" fmla="*/ 43052 w 43256"/>
              <a:gd name="csY10" fmla="*/ 23181 h 43219"/>
              <a:gd name="csX11" fmla="*/ 37440 w 43256"/>
              <a:gd name="csY11" fmla="*/ 30063 h 43219"/>
              <a:gd name="csX12" fmla="*/ 35431 w 43256"/>
              <a:gd name="csY12" fmla="*/ 35960 h 43219"/>
              <a:gd name="csX13" fmla="*/ 28591 w 43256"/>
              <a:gd name="csY13" fmla="*/ 36674 h 43219"/>
              <a:gd name="csX14" fmla="*/ 23703 w 43256"/>
              <a:gd name="csY14" fmla="*/ 42965 h 43219"/>
              <a:gd name="csX15" fmla="*/ 16516 w 43256"/>
              <a:gd name="csY15" fmla="*/ 39125 h 43219"/>
              <a:gd name="csX16" fmla="*/ 5840 w 43256"/>
              <a:gd name="csY16" fmla="*/ 35331 h 43219"/>
              <a:gd name="csX17" fmla="*/ 1146 w 43256"/>
              <a:gd name="csY17" fmla="*/ 31109 h 43219"/>
              <a:gd name="csX18" fmla="*/ 2149 w 43256"/>
              <a:gd name="csY18" fmla="*/ 25410 h 43219"/>
              <a:gd name="csX19" fmla="*/ 31 w 43256"/>
              <a:gd name="csY19" fmla="*/ 19563 h 43219"/>
              <a:gd name="csX20" fmla="*/ 3899 w 43256"/>
              <a:gd name="csY20" fmla="*/ 14366 h 43219"/>
              <a:gd name="csX21" fmla="*/ 3936 w 43256"/>
              <a:gd name="csY21" fmla="*/ 14229 h 43219"/>
              <a:gd name="csX0" fmla="*/ 629670 w 1910351"/>
              <a:gd name="csY0" fmla="*/ 904619 h 1121088"/>
              <a:gd name="csX1" fmla="*/ 627117 w 1910351"/>
              <a:gd name="csY1" fmla="*/ 961941 h 1121088"/>
              <a:gd name="csX2" fmla="*/ 574558 w 1910351"/>
              <a:gd name="csY2" fmla="*/ 897475 h 1121088"/>
              <a:gd name="csX3" fmla="*/ 631879 w 1910351"/>
              <a:gd name="csY3" fmla="*/ 992554 h 1121088"/>
              <a:gd name="csX4" fmla="*/ 629670 w 1910351"/>
              <a:gd name="csY4" fmla="*/ 904619 h 1121088"/>
              <a:gd name="csX0" fmla="*/ 572956 w 1910351"/>
              <a:gd name="csY0" fmla="*/ 871153 h 1121088"/>
              <a:gd name="csX1" fmla="*/ 560705 w 1910351"/>
              <a:gd name="csY1" fmla="*/ 907217 h 1121088"/>
              <a:gd name="csX2" fmla="*/ 527023 w 1910351"/>
              <a:gd name="csY2" fmla="*/ 942591 h 1121088"/>
              <a:gd name="csX3" fmla="*/ 579755 w 1910351"/>
              <a:gd name="csY3" fmla="*/ 944627 h 1121088"/>
              <a:gd name="csX4" fmla="*/ 572956 w 1910351"/>
              <a:gd name="csY4" fmla="*/ 871153 h 1121088"/>
              <a:gd name="csX0" fmla="*/ 632693 w 1910351"/>
              <a:gd name="csY0" fmla="*/ 1024049 h 1121088"/>
              <a:gd name="csX1" fmla="*/ 627414 w 1910351"/>
              <a:gd name="csY1" fmla="*/ 1034089 h 1121088"/>
              <a:gd name="csX2" fmla="*/ 634042 w 1910351"/>
              <a:gd name="csY2" fmla="*/ 1043099 h 1121088"/>
              <a:gd name="csX3" fmla="*/ 632177 w 1910351"/>
              <a:gd name="csY3" fmla="*/ 1033057 h 1121088"/>
              <a:gd name="csX4" fmla="*/ 632693 w 1910351"/>
              <a:gd name="csY4" fmla="*/ 1024049 h 1121088"/>
              <a:gd name="csX0" fmla="*/ 4729 w 43256"/>
              <a:gd name="csY0" fmla="*/ 26036 h 43219"/>
              <a:gd name="csX1" fmla="*/ 2196 w 43256"/>
              <a:gd name="csY1" fmla="*/ 25239 h 43219"/>
              <a:gd name="csX2" fmla="*/ 6964 w 43256"/>
              <a:gd name="csY2" fmla="*/ 34758 h 43219"/>
              <a:gd name="csX3" fmla="*/ 5856 w 43256"/>
              <a:gd name="csY3" fmla="*/ 35139 h 43219"/>
              <a:gd name="csX4" fmla="*/ 16514 w 43256"/>
              <a:gd name="csY4" fmla="*/ 38949 h 43219"/>
              <a:gd name="csX5" fmla="*/ 15846 w 43256"/>
              <a:gd name="csY5" fmla="*/ 37209 h 43219"/>
              <a:gd name="csX6" fmla="*/ 28863 w 43256"/>
              <a:gd name="csY6" fmla="*/ 34610 h 43219"/>
              <a:gd name="csX7" fmla="*/ 28596 w 43256"/>
              <a:gd name="csY7" fmla="*/ 36519 h 43219"/>
              <a:gd name="csX8" fmla="*/ 34165 w 43256"/>
              <a:gd name="csY8" fmla="*/ 22813 h 43219"/>
              <a:gd name="csX9" fmla="*/ 37416 w 43256"/>
              <a:gd name="csY9" fmla="*/ 29949 h 43219"/>
              <a:gd name="csX10" fmla="*/ 41834 w 43256"/>
              <a:gd name="csY10" fmla="*/ 15213 h 43219"/>
              <a:gd name="csX11" fmla="*/ 40386 w 43256"/>
              <a:gd name="csY11" fmla="*/ 17889 h 43219"/>
              <a:gd name="csX12" fmla="*/ 38360 w 43256"/>
              <a:gd name="csY12" fmla="*/ 5285 h 43219"/>
              <a:gd name="csX13" fmla="*/ 38436 w 43256"/>
              <a:gd name="csY13" fmla="*/ 6549 h 43219"/>
              <a:gd name="csX14" fmla="*/ 29114 w 43256"/>
              <a:gd name="csY14" fmla="*/ 3811 h 43219"/>
              <a:gd name="csX15" fmla="*/ 29856 w 43256"/>
              <a:gd name="csY15" fmla="*/ 2199 h 43219"/>
              <a:gd name="csX16" fmla="*/ 22177 w 43256"/>
              <a:gd name="csY16" fmla="*/ 4579 h 43219"/>
              <a:gd name="csX17" fmla="*/ 22536 w 43256"/>
              <a:gd name="csY17" fmla="*/ 3189 h 43219"/>
              <a:gd name="csX18" fmla="*/ 14036 w 43256"/>
              <a:gd name="csY18" fmla="*/ 5051 h 43219"/>
              <a:gd name="csX19" fmla="*/ 15336 w 43256"/>
              <a:gd name="csY19" fmla="*/ 6399 h 43219"/>
              <a:gd name="csX20" fmla="*/ 4163 w 43256"/>
              <a:gd name="csY20" fmla="*/ 15648 h 43219"/>
              <a:gd name="csX21" fmla="*/ 3936 w 43256"/>
              <a:gd name="csY21" fmla="*/ 14229 h 43219"/>
              <a:gd name="csX0" fmla="*/ 3936 w 43256"/>
              <a:gd name="csY0" fmla="*/ 14229 h 43219"/>
              <a:gd name="csX1" fmla="*/ 5659 w 43256"/>
              <a:gd name="csY1" fmla="*/ 6766 h 43219"/>
              <a:gd name="csX2" fmla="*/ 14041 w 43256"/>
              <a:gd name="csY2" fmla="*/ 5061 h 43219"/>
              <a:gd name="csX3" fmla="*/ 22492 w 43256"/>
              <a:gd name="csY3" fmla="*/ 3291 h 43219"/>
              <a:gd name="csX4" fmla="*/ 25785 w 43256"/>
              <a:gd name="csY4" fmla="*/ 59 h 43219"/>
              <a:gd name="csX5" fmla="*/ 29869 w 43256"/>
              <a:gd name="csY5" fmla="*/ 2340 h 43219"/>
              <a:gd name="csX6" fmla="*/ 35499 w 43256"/>
              <a:gd name="csY6" fmla="*/ 549 h 43219"/>
              <a:gd name="csX7" fmla="*/ 38354 w 43256"/>
              <a:gd name="csY7" fmla="*/ 5435 h 43219"/>
              <a:gd name="csX8" fmla="*/ 42018 w 43256"/>
              <a:gd name="csY8" fmla="*/ 10177 h 43219"/>
              <a:gd name="csX9" fmla="*/ 41854 w 43256"/>
              <a:gd name="csY9" fmla="*/ 15319 h 43219"/>
              <a:gd name="csX10" fmla="*/ 43052 w 43256"/>
              <a:gd name="csY10" fmla="*/ 23181 h 43219"/>
              <a:gd name="csX11" fmla="*/ 37440 w 43256"/>
              <a:gd name="csY11" fmla="*/ 30063 h 43219"/>
              <a:gd name="csX12" fmla="*/ 35431 w 43256"/>
              <a:gd name="csY12" fmla="*/ 35960 h 43219"/>
              <a:gd name="csX13" fmla="*/ 28591 w 43256"/>
              <a:gd name="csY13" fmla="*/ 36674 h 43219"/>
              <a:gd name="csX14" fmla="*/ 23703 w 43256"/>
              <a:gd name="csY14" fmla="*/ 42965 h 43219"/>
              <a:gd name="csX15" fmla="*/ 16516 w 43256"/>
              <a:gd name="csY15" fmla="*/ 39125 h 43219"/>
              <a:gd name="csX16" fmla="*/ 5840 w 43256"/>
              <a:gd name="csY16" fmla="*/ 35331 h 43219"/>
              <a:gd name="csX17" fmla="*/ 1146 w 43256"/>
              <a:gd name="csY17" fmla="*/ 31109 h 43219"/>
              <a:gd name="csX18" fmla="*/ 2149 w 43256"/>
              <a:gd name="csY18" fmla="*/ 25410 h 43219"/>
              <a:gd name="csX19" fmla="*/ 31 w 43256"/>
              <a:gd name="csY19" fmla="*/ 19563 h 43219"/>
              <a:gd name="csX20" fmla="*/ 3899 w 43256"/>
              <a:gd name="csY20" fmla="*/ 14366 h 43219"/>
              <a:gd name="csX21" fmla="*/ 3936 w 43256"/>
              <a:gd name="csY21" fmla="*/ 14229 h 43219"/>
              <a:gd name="csX0" fmla="*/ 629670 w 1910351"/>
              <a:gd name="csY0" fmla="*/ 904619 h 1121088"/>
              <a:gd name="csX1" fmla="*/ 627117 w 1910351"/>
              <a:gd name="csY1" fmla="*/ 961941 h 1121088"/>
              <a:gd name="csX2" fmla="*/ 574558 w 1910351"/>
              <a:gd name="csY2" fmla="*/ 897475 h 1121088"/>
              <a:gd name="csX3" fmla="*/ 631879 w 1910351"/>
              <a:gd name="csY3" fmla="*/ 992554 h 1121088"/>
              <a:gd name="csX4" fmla="*/ 629670 w 1910351"/>
              <a:gd name="csY4" fmla="*/ 904619 h 1121088"/>
              <a:gd name="csX0" fmla="*/ 572956 w 1910351"/>
              <a:gd name="csY0" fmla="*/ 871153 h 1121088"/>
              <a:gd name="csX1" fmla="*/ 560705 w 1910351"/>
              <a:gd name="csY1" fmla="*/ 907217 h 1121088"/>
              <a:gd name="csX2" fmla="*/ 527023 w 1910351"/>
              <a:gd name="csY2" fmla="*/ 942591 h 1121088"/>
              <a:gd name="csX3" fmla="*/ 579755 w 1910351"/>
              <a:gd name="csY3" fmla="*/ 944627 h 1121088"/>
              <a:gd name="csX4" fmla="*/ 572956 w 1910351"/>
              <a:gd name="csY4" fmla="*/ 871153 h 1121088"/>
              <a:gd name="csX0" fmla="*/ 632693 w 1910351"/>
              <a:gd name="csY0" fmla="*/ 1024049 h 1121088"/>
              <a:gd name="csX1" fmla="*/ 627414 w 1910351"/>
              <a:gd name="csY1" fmla="*/ 1034089 h 1121088"/>
              <a:gd name="csX2" fmla="*/ 588430 w 1910351"/>
              <a:gd name="csY2" fmla="*/ 979411 h 1121088"/>
              <a:gd name="csX3" fmla="*/ 634042 w 1910351"/>
              <a:gd name="csY3" fmla="*/ 1043099 h 1121088"/>
              <a:gd name="csX4" fmla="*/ 632177 w 1910351"/>
              <a:gd name="csY4" fmla="*/ 1033057 h 1121088"/>
              <a:gd name="csX5" fmla="*/ 632693 w 1910351"/>
              <a:gd name="csY5" fmla="*/ 1024049 h 1121088"/>
              <a:gd name="csX0" fmla="*/ 4729 w 43256"/>
              <a:gd name="csY0" fmla="*/ 26036 h 43219"/>
              <a:gd name="csX1" fmla="*/ 2196 w 43256"/>
              <a:gd name="csY1" fmla="*/ 25239 h 43219"/>
              <a:gd name="csX2" fmla="*/ 6964 w 43256"/>
              <a:gd name="csY2" fmla="*/ 34758 h 43219"/>
              <a:gd name="csX3" fmla="*/ 5856 w 43256"/>
              <a:gd name="csY3" fmla="*/ 35139 h 43219"/>
              <a:gd name="csX4" fmla="*/ 16514 w 43256"/>
              <a:gd name="csY4" fmla="*/ 38949 h 43219"/>
              <a:gd name="csX5" fmla="*/ 15846 w 43256"/>
              <a:gd name="csY5" fmla="*/ 37209 h 43219"/>
              <a:gd name="csX6" fmla="*/ 28863 w 43256"/>
              <a:gd name="csY6" fmla="*/ 34610 h 43219"/>
              <a:gd name="csX7" fmla="*/ 28596 w 43256"/>
              <a:gd name="csY7" fmla="*/ 36519 h 43219"/>
              <a:gd name="csX8" fmla="*/ 34165 w 43256"/>
              <a:gd name="csY8" fmla="*/ 22813 h 43219"/>
              <a:gd name="csX9" fmla="*/ 37416 w 43256"/>
              <a:gd name="csY9" fmla="*/ 29949 h 43219"/>
              <a:gd name="csX10" fmla="*/ 41834 w 43256"/>
              <a:gd name="csY10" fmla="*/ 15213 h 43219"/>
              <a:gd name="csX11" fmla="*/ 40386 w 43256"/>
              <a:gd name="csY11" fmla="*/ 17889 h 43219"/>
              <a:gd name="csX12" fmla="*/ 38360 w 43256"/>
              <a:gd name="csY12" fmla="*/ 5285 h 43219"/>
              <a:gd name="csX13" fmla="*/ 38436 w 43256"/>
              <a:gd name="csY13" fmla="*/ 6549 h 43219"/>
              <a:gd name="csX14" fmla="*/ 29114 w 43256"/>
              <a:gd name="csY14" fmla="*/ 3811 h 43219"/>
              <a:gd name="csX15" fmla="*/ 29856 w 43256"/>
              <a:gd name="csY15" fmla="*/ 2199 h 43219"/>
              <a:gd name="csX16" fmla="*/ 22177 w 43256"/>
              <a:gd name="csY16" fmla="*/ 4579 h 43219"/>
              <a:gd name="csX17" fmla="*/ 22536 w 43256"/>
              <a:gd name="csY17" fmla="*/ 3189 h 43219"/>
              <a:gd name="csX18" fmla="*/ 14036 w 43256"/>
              <a:gd name="csY18" fmla="*/ 5051 h 43219"/>
              <a:gd name="csX19" fmla="*/ 15336 w 43256"/>
              <a:gd name="csY19" fmla="*/ 6399 h 43219"/>
              <a:gd name="csX20" fmla="*/ 4163 w 43256"/>
              <a:gd name="csY20" fmla="*/ 15648 h 43219"/>
              <a:gd name="csX21" fmla="*/ 3936 w 43256"/>
              <a:gd name="csY21" fmla="*/ 14229 h 43219"/>
              <a:gd name="csX0" fmla="*/ 3936 w 43256"/>
              <a:gd name="csY0" fmla="*/ 14229 h 43219"/>
              <a:gd name="csX1" fmla="*/ 5659 w 43256"/>
              <a:gd name="csY1" fmla="*/ 6766 h 43219"/>
              <a:gd name="csX2" fmla="*/ 14041 w 43256"/>
              <a:gd name="csY2" fmla="*/ 5061 h 43219"/>
              <a:gd name="csX3" fmla="*/ 22492 w 43256"/>
              <a:gd name="csY3" fmla="*/ 3291 h 43219"/>
              <a:gd name="csX4" fmla="*/ 25785 w 43256"/>
              <a:gd name="csY4" fmla="*/ 59 h 43219"/>
              <a:gd name="csX5" fmla="*/ 29869 w 43256"/>
              <a:gd name="csY5" fmla="*/ 2340 h 43219"/>
              <a:gd name="csX6" fmla="*/ 35499 w 43256"/>
              <a:gd name="csY6" fmla="*/ 549 h 43219"/>
              <a:gd name="csX7" fmla="*/ 38354 w 43256"/>
              <a:gd name="csY7" fmla="*/ 5435 h 43219"/>
              <a:gd name="csX8" fmla="*/ 42018 w 43256"/>
              <a:gd name="csY8" fmla="*/ 10177 h 43219"/>
              <a:gd name="csX9" fmla="*/ 41854 w 43256"/>
              <a:gd name="csY9" fmla="*/ 15319 h 43219"/>
              <a:gd name="csX10" fmla="*/ 43052 w 43256"/>
              <a:gd name="csY10" fmla="*/ 23181 h 43219"/>
              <a:gd name="csX11" fmla="*/ 37440 w 43256"/>
              <a:gd name="csY11" fmla="*/ 30063 h 43219"/>
              <a:gd name="csX12" fmla="*/ 35431 w 43256"/>
              <a:gd name="csY12" fmla="*/ 35960 h 43219"/>
              <a:gd name="csX13" fmla="*/ 28591 w 43256"/>
              <a:gd name="csY13" fmla="*/ 36674 h 43219"/>
              <a:gd name="csX14" fmla="*/ 23703 w 43256"/>
              <a:gd name="csY14" fmla="*/ 42965 h 43219"/>
              <a:gd name="csX15" fmla="*/ 16516 w 43256"/>
              <a:gd name="csY15" fmla="*/ 39125 h 43219"/>
              <a:gd name="csX16" fmla="*/ 5840 w 43256"/>
              <a:gd name="csY16" fmla="*/ 35331 h 43219"/>
              <a:gd name="csX17" fmla="*/ 1146 w 43256"/>
              <a:gd name="csY17" fmla="*/ 31109 h 43219"/>
              <a:gd name="csX18" fmla="*/ 2149 w 43256"/>
              <a:gd name="csY18" fmla="*/ 25410 h 43219"/>
              <a:gd name="csX19" fmla="*/ 31 w 43256"/>
              <a:gd name="csY19" fmla="*/ 19563 h 43219"/>
              <a:gd name="csX20" fmla="*/ 3899 w 43256"/>
              <a:gd name="csY20" fmla="*/ 14366 h 43219"/>
              <a:gd name="csX21" fmla="*/ 3936 w 43256"/>
              <a:gd name="csY21" fmla="*/ 14229 h 43219"/>
              <a:gd name="csX0" fmla="*/ 629670 w 1910351"/>
              <a:gd name="csY0" fmla="*/ 904619 h 1121088"/>
              <a:gd name="csX1" fmla="*/ 627117 w 1910351"/>
              <a:gd name="csY1" fmla="*/ 961941 h 1121088"/>
              <a:gd name="csX2" fmla="*/ 574558 w 1910351"/>
              <a:gd name="csY2" fmla="*/ 897475 h 1121088"/>
              <a:gd name="csX3" fmla="*/ 631879 w 1910351"/>
              <a:gd name="csY3" fmla="*/ 992554 h 1121088"/>
              <a:gd name="csX4" fmla="*/ 629670 w 1910351"/>
              <a:gd name="csY4" fmla="*/ 904619 h 1121088"/>
              <a:gd name="csX0" fmla="*/ 572956 w 1910351"/>
              <a:gd name="csY0" fmla="*/ 871153 h 1121088"/>
              <a:gd name="csX1" fmla="*/ 560705 w 1910351"/>
              <a:gd name="csY1" fmla="*/ 907217 h 1121088"/>
              <a:gd name="csX2" fmla="*/ 527023 w 1910351"/>
              <a:gd name="csY2" fmla="*/ 942591 h 1121088"/>
              <a:gd name="csX3" fmla="*/ 579755 w 1910351"/>
              <a:gd name="csY3" fmla="*/ 944627 h 1121088"/>
              <a:gd name="csX4" fmla="*/ 572956 w 1910351"/>
              <a:gd name="csY4" fmla="*/ 871153 h 1121088"/>
              <a:gd name="csX0" fmla="*/ 632693 w 1910351"/>
              <a:gd name="csY0" fmla="*/ 1024049 h 1121088"/>
              <a:gd name="csX1" fmla="*/ 627414 w 1910351"/>
              <a:gd name="csY1" fmla="*/ 1034089 h 1121088"/>
              <a:gd name="csX2" fmla="*/ 559855 w 1910351"/>
              <a:gd name="csY2" fmla="*/ 1053230 h 1121088"/>
              <a:gd name="csX3" fmla="*/ 634042 w 1910351"/>
              <a:gd name="csY3" fmla="*/ 1043099 h 1121088"/>
              <a:gd name="csX4" fmla="*/ 632177 w 1910351"/>
              <a:gd name="csY4" fmla="*/ 1033057 h 1121088"/>
              <a:gd name="csX5" fmla="*/ 632693 w 1910351"/>
              <a:gd name="csY5" fmla="*/ 1024049 h 1121088"/>
              <a:gd name="csX0" fmla="*/ 4729 w 43256"/>
              <a:gd name="csY0" fmla="*/ 26036 h 43219"/>
              <a:gd name="csX1" fmla="*/ 2196 w 43256"/>
              <a:gd name="csY1" fmla="*/ 25239 h 43219"/>
              <a:gd name="csX2" fmla="*/ 6964 w 43256"/>
              <a:gd name="csY2" fmla="*/ 34758 h 43219"/>
              <a:gd name="csX3" fmla="*/ 5856 w 43256"/>
              <a:gd name="csY3" fmla="*/ 35139 h 43219"/>
              <a:gd name="csX4" fmla="*/ 16514 w 43256"/>
              <a:gd name="csY4" fmla="*/ 38949 h 43219"/>
              <a:gd name="csX5" fmla="*/ 15846 w 43256"/>
              <a:gd name="csY5" fmla="*/ 37209 h 43219"/>
              <a:gd name="csX6" fmla="*/ 28863 w 43256"/>
              <a:gd name="csY6" fmla="*/ 34610 h 43219"/>
              <a:gd name="csX7" fmla="*/ 28596 w 43256"/>
              <a:gd name="csY7" fmla="*/ 36519 h 43219"/>
              <a:gd name="csX8" fmla="*/ 34165 w 43256"/>
              <a:gd name="csY8" fmla="*/ 22813 h 43219"/>
              <a:gd name="csX9" fmla="*/ 37416 w 43256"/>
              <a:gd name="csY9" fmla="*/ 29949 h 43219"/>
              <a:gd name="csX10" fmla="*/ 41834 w 43256"/>
              <a:gd name="csY10" fmla="*/ 15213 h 43219"/>
              <a:gd name="csX11" fmla="*/ 40386 w 43256"/>
              <a:gd name="csY11" fmla="*/ 17889 h 43219"/>
              <a:gd name="csX12" fmla="*/ 38360 w 43256"/>
              <a:gd name="csY12" fmla="*/ 5285 h 43219"/>
              <a:gd name="csX13" fmla="*/ 38436 w 43256"/>
              <a:gd name="csY13" fmla="*/ 6549 h 43219"/>
              <a:gd name="csX14" fmla="*/ 29114 w 43256"/>
              <a:gd name="csY14" fmla="*/ 3811 h 43219"/>
              <a:gd name="csX15" fmla="*/ 29856 w 43256"/>
              <a:gd name="csY15" fmla="*/ 2199 h 43219"/>
              <a:gd name="csX16" fmla="*/ 22177 w 43256"/>
              <a:gd name="csY16" fmla="*/ 4579 h 43219"/>
              <a:gd name="csX17" fmla="*/ 22536 w 43256"/>
              <a:gd name="csY17" fmla="*/ 3189 h 43219"/>
              <a:gd name="csX18" fmla="*/ 14036 w 43256"/>
              <a:gd name="csY18" fmla="*/ 5051 h 43219"/>
              <a:gd name="csX19" fmla="*/ 15336 w 43256"/>
              <a:gd name="csY19" fmla="*/ 6399 h 43219"/>
              <a:gd name="csX20" fmla="*/ 4163 w 43256"/>
              <a:gd name="csY20" fmla="*/ 15648 h 43219"/>
              <a:gd name="csX21" fmla="*/ 3936 w 43256"/>
              <a:gd name="csY21" fmla="*/ 14229 h 43219"/>
              <a:gd name="csX0" fmla="*/ 3936 w 43256"/>
              <a:gd name="csY0" fmla="*/ 14229 h 43219"/>
              <a:gd name="csX1" fmla="*/ 5659 w 43256"/>
              <a:gd name="csY1" fmla="*/ 6766 h 43219"/>
              <a:gd name="csX2" fmla="*/ 14041 w 43256"/>
              <a:gd name="csY2" fmla="*/ 5061 h 43219"/>
              <a:gd name="csX3" fmla="*/ 22492 w 43256"/>
              <a:gd name="csY3" fmla="*/ 3291 h 43219"/>
              <a:gd name="csX4" fmla="*/ 25785 w 43256"/>
              <a:gd name="csY4" fmla="*/ 59 h 43219"/>
              <a:gd name="csX5" fmla="*/ 29869 w 43256"/>
              <a:gd name="csY5" fmla="*/ 2340 h 43219"/>
              <a:gd name="csX6" fmla="*/ 35499 w 43256"/>
              <a:gd name="csY6" fmla="*/ 549 h 43219"/>
              <a:gd name="csX7" fmla="*/ 38354 w 43256"/>
              <a:gd name="csY7" fmla="*/ 5435 h 43219"/>
              <a:gd name="csX8" fmla="*/ 42018 w 43256"/>
              <a:gd name="csY8" fmla="*/ 10177 h 43219"/>
              <a:gd name="csX9" fmla="*/ 41854 w 43256"/>
              <a:gd name="csY9" fmla="*/ 15319 h 43219"/>
              <a:gd name="csX10" fmla="*/ 43052 w 43256"/>
              <a:gd name="csY10" fmla="*/ 23181 h 43219"/>
              <a:gd name="csX11" fmla="*/ 37440 w 43256"/>
              <a:gd name="csY11" fmla="*/ 30063 h 43219"/>
              <a:gd name="csX12" fmla="*/ 35431 w 43256"/>
              <a:gd name="csY12" fmla="*/ 35960 h 43219"/>
              <a:gd name="csX13" fmla="*/ 28591 w 43256"/>
              <a:gd name="csY13" fmla="*/ 36674 h 43219"/>
              <a:gd name="csX14" fmla="*/ 23703 w 43256"/>
              <a:gd name="csY14" fmla="*/ 42965 h 43219"/>
              <a:gd name="csX15" fmla="*/ 16516 w 43256"/>
              <a:gd name="csY15" fmla="*/ 39125 h 43219"/>
              <a:gd name="csX16" fmla="*/ 5840 w 43256"/>
              <a:gd name="csY16" fmla="*/ 35331 h 43219"/>
              <a:gd name="csX17" fmla="*/ 1146 w 43256"/>
              <a:gd name="csY17" fmla="*/ 31109 h 43219"/>
              <a:gd name="csX18" fmla="*/ 2149 w 43256"/>
              <a:gd name="csY18" fmla="*/ 25410 h 43219"/>
              <a:gd name="csX19" fmla="*/ 31 w 43256"/>
              <a:gd name="csY19" fmla="*/ 19563 h 43219"/>
              <a:gd name="csX20" fmla="*/ 3899 w 43256"/>
              <a:gd name="csY20" fmla="*/ 14366 h 43219"/>
              <a:gd name="csX21" fmla="*/ 3936 w 43256"/>
              <a:gd name="csY21" fmla="*/ 14229 h 43219"/>
              <a:gd name="csX0" fmla="*/ 629670 w 1910351"/>
              <a:gd name="csY0" fmla="*/ 904619 h 1121088"/>
              <a:gd name="csX1" fmla="*/ 627117 w 1910351"/>
              <a:gd name="csY1" fmla="*/ 961941 h 1121088"/>
              <a:gd name="csX2" fmla="*/ 574558 w 1910351"/>
              <a:gd name="csY2" fmla="*/ 897475 h 1121088"/>
              <a:gd name="csX3" fmla="*/ 631879 w 1910351"/>
              <a:gd name="csY3" fmla="*/ 992554 h 1121088"/>
              <a:gd name="csX4" fmla="*/ 629670 w 1910351"/>
              <a:gd name="csY4" fmla="*/ 904619 h 1121088"/>
              <a:gd name="csX0" fmla="*/ 572956 w 1910351"/>
              <a:gd name="csY0" fmla="*/ 871153 h 1121088"/>
              <a:gd name="csX1" fmla="*/ 560705 w 1910351"/>
              <a:gd name="csY1" fmla="*/ 907217 h 1121088"/>
              <a:gd name="csX2" fmla="*/ 527023 w 1910351"/>
              <a:gd name="csY2" fmla="*/ 942591 h 1121088"/>
              <a:gd name="csX3" fmla="*/ 579755 w 1910351"/>
              <a:gd name="csY3" fmla="*/ 944627 h 1121088"/>
              <a:gd name="csX4" fmla="*/ 572956 w 1910351"/>
              <a:gd name="csY4" fmla="*/ 871153 h 1121088"/>
              <a:gd name="csX0" fmla="*/ 635074 w 1910351"/>
              <a:gd name="csY0" fmla="*/ 1043099 h 1121088"/>
              <a:gd name="csX1" fmla="*/ 627414 w 1910351"/>
              <a:gd name="csY1" fmla="*/ 1034089 h 1121088"/>
              <a:gd name="csX2" fmla="*/ 559855 w 1910351"/>
              <a:gd name="csY2" fmla="*/ 1053230 h 1121088"/>
              <a:gd name="csX3" fmla="*/ 634042 w 1910351"/>
              <a:gd name="csY3" fmla="*/ 1043099 h 1121088"/>
              <a:gd name="csX4" fmla="*/ 632177 w 1910351"/>
              <a:gd name="csY4" fmla="*/ 1033057 h 1121088"/>
              <a:gd name="csX5" fmla="*/ 635074 w 1910351"/>
              <a:gd name="csY5" fmla="*/ 1043099 h 1121088"/>
              <a:gd name="csX0" fmla="*/ 4729 w 43256"/>
              <a:gd name="csY0" fmla="*/ 26036 h 43219"/>
              <a:gd name="csX1" fmla="*/ 2196 w 43256"/>
              <a:gd name="csY1" fmla="*/ 25239 h 43219"/>
              <a:gd name="csX2" fmla="*/ 6964 w 43256"/>
              <a:gd name="csY2" fmla="*/ 34758 h 43219"/>
              <a:gd name="csX3" fmla="*/ 5856 w 43256"/>
              <a:gd name="csY3" fmla="*/ 35139 h 43219"/>
              <a:gd name="csX4" fmla="*/ 16514 w 43256"/>
              <a:gd name="csY4" fmla="*/ 38949 h 43219"/>
              <a:gd name="csX5" fmla="*/ 15846 w 43256"/>
              <a:gd name="csY5" fmla="*/ 37209 h 43219"/>
              <a:gd name="csX6" fmla="*/ 28863 w 43256"/>
              <a:gd name="csY6" fmla="*/ 34610 h 43219"/>
              <a:gd name="csX7" fmla="*/ 28596 w 43256"/>
              <a:gd name="csY7" fmla="*/ 36519 h 43219"/>
              <a:gd name="csX8" fmla="*/ 34165 w 43256"/>
              <a:gd name="csY8" fmla="*/ 22813 h 43219"/>
              <a:gd name="csX9" fmla="*/ 37416 w 43256"/>
              <a:gd name="csY9" fmla="*/ 29949 h 43219"/>
              <a:gd name="csX10" fmla="*/ 41834 w 43256"/>
              <a:gd name="csY10" fmla="*/ 15213 h 43219"/>
              <a:gd name="csX11" fmla="*/ 40386 w 43256"/>
              <a:gd name="csY11" fmla="*/ 17889 h 43219"/>
              <a:gd name="csX12" fmla="*/ 38360 w 43256"/>
              <a:gd name="csY12" fmla="*/ 5285 h 43219"/>
              <a:gd name="csX13" fmla="*/ 38436 w 43256"/>
              <a:gd name="csY13" fmla="*/ 6549 h 43219"/>
              <a:gd name="csX14" fmla="*/ 29114 w 43256"/>
              <a:gd name="csY14" fmla="*/ 3811 h 43219"/>
              <a:gd name="csX15" fmla="*/ 29856 w 43256"/>
              <a:gd name="csY15" fmla="*/ 2199 h 43219"/>
              <a:gd name="csX16" fmla="*/ 22177 w 43256"/>
              <a:gd name="csY16" fmla="*/ 4579 h 43219"/>
              <a:gd name="csX17" fmla="*/ 22536 w 43256"/>
              <a:gd name="csY17" fmla="*/ 3189 h 43219"/>
              <a:gd name="csX18" fmla="*/ 14036 w 43256"/>
              <a:gd name="csY18" fmla="*/ 5051 h 43219"/>
              <a:gd name="csX19" fmla="*/ 15336 w 43256"/>
              <a:gd name="csY19" fmla="*/ 6399 h 43219"/>
              <a:gd name="csX20" fmla="*/ 4163 w 43256"/>
              <a:gd name="csY20" fmla="*/ 15648 h 43219"/>
              <a:gd name="csX21" fmla="*/ 3936 w 43256"/>
              <a:gd name="csY21" fmla="*/ 14229 h 43219"/>
              <a:gd name="csX0" fmla="*/ 3936 w 43256"/>
              <a:gd name="csY0" fmla="*/ 14229 h 43219"/>
              <a:gd name="csX1" fmla="*/ 5659 w 43256"/>
              <a:gd name="csY1" fmla="*/ 6766 h 43219"/>
              <a:gd name="csX2" fmla="*/ 14041 w 43256"/>
              <a:gd name="csY2" fmla="*/ 5061 h 43219"/>
              <a:gd name="csX3" fmla="*/ 22492 w 43256"/>
              <a:gd name="csY3" fmla="*/ 3291 h 43219"/>
              <a:gd name="csX4" fmla="*/ 25785 w 43256"/>
              <a:gd name="csY4" fmla="*/ 59 h 43219"/>
              <a:gd name="csX5" fmla="*/ 29869 w 43256"/>
              <a:gd name="csY5" fmla="*/ 2340 h 43219"/>
              <a:gd name="csX6" fmla="*/ 35499 w 43256"/>
              <a:gd name="csY6" fmla="*/ 549 h 43219"/>
              <a:gd name="csX7" fmla="*/ 38354 w 43256"/>
              <a:gd name="csY7" fmla="*/ 5435 h 43219"/>
              <a:gd name="csX8" fmla="*/ 42018 w 43256"/>
              <a:gd name="csY8" fmla="*/ 10177 h 43219"/>
              <a:gd name="csX9" fmla="*/ 41854 w 43256"/>
              <a:gd name="csY9" fmla="*/ 15319 h 43219"/>
              <a:gd name="csX10" fmla="*/ 43052 w 43256"/>
              <a:gd name="csY10" fmla="*/ 23181 h 43219"/>
              <a:gd name="csX11" fmla="*/ 37440 w 43256"/>
              <a:gd name="csY11" fmla="*/ 30063 h 43219"/>
              <a:gd name="csX12" fmla="*/ 35431 w 43256"/>
              <a:gd name="csY12" fmla="*/ 35960 h 43219"/>
              <a:gd name="csX13" fmla="*/ 28591 w 43256"/>
              <a:gd name="csY13" fmla="*/ 36674 h 43219"/>
              <a:gd name="csX14" fmla="*/ 23703 w 43256"/>
              <a:gd name="csY14" fmla="*/ 42965 h 43219"/>
              <a:gd name="csX15" fmla="*/ 16516 w 43256"/>
              <a:gd name="csY15" fmla="*/ 39125 h 43219"/>
              <a:gd name="csX16" fmla="*/ 5840 w 43256"/>
              <a:gd name="csY16" fmla="*/ 35331 h 43219"/>
              <a:gd name="csX17" fmla="*/ 1146 w 43256"/>
              <a:gd name="csY17" fmla="*/ 31109 h 43219"/>
              <a:gd name="csX18" fmla="*/ 2149 w 43256"/>
              <a:gd name="csY18" fmla="*/ 25410 h 43219"/>
              <a:gd name="csX19" fmla="*/ 31 w 43256"/>
              <a:gd name="csY19" fmla="*/ 19563 h 43219"/>
              <a:gd name="csX20" fmla="*/ 3899 w 43256"/>
              <a:gd name="csY20" fmla="*/ 14366 h 43219"/>
              <a:gd name="csX21" fmla="*/ 3936 w 43256"/>
              <a:gd name="csY21" fmla="*/ 14229 h 43219"/>
              <a:gd name="csX0" fmla="*/ 629670 w 1910351"/>
              <a:gd name="csY0" fmla="*/ 904619 h 1121088"/>
              <a:gd name="csX1" fmla="*/ 627117 w 1910351"/>
              <a:gd name="csY1" fmla="*/ 961941 h 1121088"/>
              <a:gd name="csX2" fmla="*/ 574558 w 1910351"/>
              <a:gd name="csY2" fmla="*/ 897475 h 1121088"/>
              <a:gd name="csX3" fmla="*/ 631879 w 1910351"/>
              <a:gd name="csY3" fmla="*/ 992554 h 1121088"/>
              <a:gd name="csX4" fmla="*/ 629670 w 1910351"/>
              <a:gd name="csY4" fmla="*/ 904619 h 1121088"/>
              <a:gd name="csX0" fmla="*/ 572956 w 1910351"/>
              <a:gd name="csY0" fmla="*/ 871153 h 1121088"/>
              <a:gd name="csX1" fmla="*/ 560705 w 1910351"/>
              <a:gd name="csY1" fmla="*/ 907217 h 1121088"/>
              <a:gd name="csX2" fmla="*/ 527023 w 1910351"/>
              <a:gd name="csY2" fmla="*/ 942591 h 1121088"/>
              <a:gd name="csX3" fmla="*/ 579755 w 1910351"/>
              <a:gd name="csY3" fmla="*/ 944627 h 1121088"/>
              <a:gd name="csX4" fmla="*/ 572956 w 1910351"/>
              <a:gd name="csY4" fmla="*/ 871153 h 1121088"/>
              <a:gd name="csX0" fmla="*/ 644599 w 1910351"/>
              <a:gd name="csY0" fmla="*/ 1057386 h 1121088"/>
              <a:gd name="csX1" fmla="*/ 627414 w 1910351"/>
              <a:gd name="csY1" fmla="*/ 1034089 h 1121088"/>
              <a:gd name="csX2" fmla="*/ 559855 w 1910351"/>
              <a:gd name="csY2" fmla="*/ 1053230 h 1121088"/>
              <a:gd name="csX3" fmla="*/ 634042 w 1910351"/>
              <a:gd name="csY3" fmla="*/ 1043099 h 1121088"/>
              <a:gd name="csX4" fmla="*/ 632177 w 1910351"/>
              <a:gd name="csY4" fmla="*/ 1033057 h 1121088"/>
              <a:gd name="csX5" fmla="*/ 644599 w 1910351"/>
              <a:gd name="csY5" fmla="*/ 1057386 h 1121088"/>
              <a:gd name="csX0" fmla="*/ 4729 w 43256"/>
              <a:gd name="csY0" fmla="*/ 26036 h 43219"/>
              <a:gd name="csX1" fmla="*/ 2196 w 43256"/>
              <a:gd name="csY1" fmla="*/ 25239 h 43219"/>
              <a:gd name="csX2" fmla="*/ 6964 w 43256"/>
              <a:gd name="csY2" fmla="*/ 34758 h 43219"/>
              <a:gd name="csX3" fmla="*/ 5856 w 43256"/>
              <a:gd name="csY3" fmla="*/ 35139 h 43219"/>
              <a:gd name="csX4" fmla="*/ 16514 w 43256"/>
              <a:gd name="csY4" fmla="*/ 38949 h 43219"/>
              <a:gd name="csX5" fmla="*/ 15846 w 43256"/>
              <a:gd name="csY5" fmla="*/ 37209 h 43219"/>
              <a:gd name="csX6" fmla="*/ 28863 w 43256"/>
              <a:gd name="csY6" fmla="*/ 34610 h 43219"/>
              <a:gd name="csX7" fmla="*/ 28596 w 43256"/>
              <a:gd name="csY7" fmla="*/ 36519 h 43219"/>
              <a:gd name="csX8" fmla="*/ 34165 w 43256"/>
              <a:gd name="csY8" fmla="*/ 22813 h 43219"/>
              <a:gd name="csX9" fmla="*/ 37416 w 43256"/>
              <a:gd name="csY9" fmla="*/ 29949 h 43219"/>
              <a:gd name="csX10" fmla="*/ 41834 w 43256"/>
              <a:gd name="csY10" fmla="*/ 15213 h 43219"/>
              <a:gd name="csX11" fmla="*/ 40386 w 43256"/>
              <a:gd name="csY11" fmla="*/ 17889 h 43219"/>
              <a:gd name="csX12" fmla="*/ 38360 w 43256"/>
              <a:gd name="csY12" fmla="*/ 5285 h 43219"/>
              <a:gd name="csX13" fmla="*/ 38436 w 43256"/>
              <a:gd name="csY13" fmla="*/ 6549 h 43219"/>
              <a:gd name="csX14" fmla="*/ 29114 w 43256"/>
              <a:gd name="csY14" fmla="*/ 3811 h 43219"/>
              <a:gd name="csX15" fmla="*/ 29856 w 43256"/>
              <a:gd name="csY15" fmla="*/ 2199 h 43219"/>
              <a:gd name="csX16" fmla="*/ 22177 w 43256"/>
              <a:gd name="csY16" fmla="*/ 4579 h 43219"/>
              <a:gd name="csX17" fmla="*/ 22536 w 43256"/>
              <a:gd name="csY17" fmla="*/ 3189 h 43219"/>
              <a:gd name="csX18" fmla="*/ 14036 w 43256"/>
              <a:gd name="csY18" fmla="*/ 5051 h 43219"/>
              <a:gd name="csX19" fmla="*/ 15336 w 43256"/>
              <a:gd name="csY19" fmla="*/ 6399 h 43219"/>
              <a:gd name="csX20" fmla="*/ 4163 w 43256"/>
              <a:gd name="csY20" fmla="*/ 15648 h 43219"/>
              <a:gd name="csX21" fmla="*/ 3936 w 43256"/>
              <a:gd name="csY21" fmla="*/ 14229 h 43219"/>
              <a:gd name="csX0" fmla="*/ 3936 w 43256"/>
              <a:gd name="csY0" fmla="*/ 14229 h 43219"/>
              <a:gd name="csX1" fmla="*/ 5659 w 43256"/>
              <a:gd name="csY1" fmla="*/ 6766 h 43219"/>
              <a:gd name="csX2" fmla="*/ 14041 w 43256"/>
              <a:gd name="csY2" fmla="*/ 5061 h 43219"/>
              <a:gd name="csX3" fmla="*/ 22492 w 43256"/>
              <a:gd name="csY3" fmla="*/ 3291 h 43219"/>
              <a:gd name="csX4" fmla="*/ 25785 w 43256"/>
              <a:gd name="csY4" fmla="*/ 59 h 43219"/>
              <a:gd name="csX5" fmla="*/ 29869 w 43256"/>
              <a:gd name="csY5" fmla="*/ 2340 h 43219"/>
              <a:gd name="csX6" fmla="*/ 35499 w 43256"/>
              <a:gd name="csY6" fmla="*/ 549 h 43219"/>
              <a:gd name="csX7" fmla="*/ 38354 w 43256"/>
              <a:gd name="csY7" fmla="*/ 5435 h 43219"/>
              <a:gd name="csX8" fmla="*/ 42018 w 43256"/>
              <a:gd name="csY8" fmla="*/ 10177 h 43219"/>
              <a:gd name="csX9" fmla="*/ 41854 w 43256"/>
              <a:gd name="csY9" fmla="*/ 15319 h 43219"/>
              <a:gd name="csX10" fmla="*/ 43052 w 43256"/>
              <a:gd name="csY10" fmla="*/ 23181 h 43219"/>
              <a:gd name="csX11" fmla="*/ 37440 w 43256"/>
              <a:gd name="csY11" fmla="*/ 30063 h 43219"/>
              <a:gd name="csX12" fmla="*/ 35431 w 43256"/>
              <a:gd name="csY12" fmla="*/ 35960 h 43219"/>
              <a:gd name="csX13" fmla="*/ 28591 w 43256"/>
              <a:gd name="csY13" fmla="*/ 36674 h 43219"/>
              <a:gd name="csX14" fmla="*/ 23703 w 43256"/>
              <a:gd name="csY14" fmla="*/ 42965 h 43219"/>
              <a:gd name="csX15" fmla="*/ 16516 w 43256"/>
              <a:gd name="csY15" fmla="*/ 39125 h 43219"/>
              <a:gd name="csX16" fmla="*/ 5840 w 43256"/>
              <a:gd name="csY16" fmla="*/ 35331 h 43219"/>
              <a:gd name="csX17" fmla="*/ 1146 w 43256"/>
              <a:gd name="csY17" fmla="*/ 31109 h 43219"/>
              <a:gd name="csX18" fmla="*/ 2149 w 43256"/>
              <a:gd name="csY18" fmla="*/ 25410 h 43219"/>
              <a:gd name="csX19" fmla="*/ 31 w 43256"/>
              <a:gd name="csY19" fmla="*/ 19563 h 43219"/>
              <a:gd name="csX20" fmla="*/ 3899 w 43256"/>
              <a:gd name="csY20" fmla="*/ 14366 h 43219"/>
              <a:gd name="csX21" fmla="*/ 3936 w 43256"/>
              <a:gd name="csY21" fmla="*/ 14229 h 43219"/>
              <a:gd name="csX0" fmla="*/ 629670 w 1910351"/>
              <a:gd name="csY0" fmla="*/ 904619 h 1121088"/>
              <a:gd name="csX1" fmla="*/ 627117 w 1910351"/>
              <a:gd name="csY1" fmla="*/ 961941 h 1121088"/>
              <a:gd name="csX2" fmla="*/ 574558 w 1910351"/>
              <a:gd name="csY2" fmla="*/ 897475 h 1121088"/>
              <a:gd name="csX3" fmla="*/ 648548 w 1910351"/>
              <a:gd name="csY3" fmla="*/ 1035416 h 1121088"/>
              <a:gd name="csX4" fmla="*/ 629670 w 1910351"/>
              <a:gd name="csY4" fmla="*/ 904619 h 1121088"/>
              <a:gd name="csX0" fmla="*/ 572956 w 1910351"/>
              <a:gd name="csY0" fmla="*/ 871153 h 1121088"/>
              <a:gd name="csX1" fmla="*/ 560705 w 1910351"/>
              <a:gd name="csY1" fmla="*/ 907217 h 1121088"/>
              <a:gd name="csX2" fmla="*/ 527023 w 1910351"/>
              <a:gd name="csY2" fmla="*/ 942591 h 1121088"/>
              <a:gd name="csX3" fmla="*/ 579755 w 1910351"/>
              <a:gd name="csY3" fmla="*/ 944627 h 1121088"/>
              <a:gd name="csX4" fmla="*/ 572956 w 1910351"/>
              <a:gd name="csY4" fmla="*/ 871153 h 1121088"/>
              <a:gd name="csX0" fmla="*/ 644599 w 1910351"/>
              <a:gd name="csY0" fmla="*/ 1057386 h 1121088"/>
              <a:gd name="csX1" fmla="*/ 627414 w 1910351"/>
              <a:gd name="csY1" fmla="*/ 1034089 h 1121088"/>
              <a:gd name="csX2" fmla="*/ 559855 w 1910351"/>
              <a:gd name="csY2" fmla="*/ 1053230 h 1121088"/>
              <a:gd name="csX3" fmla="*/ 634042 w 1910351"/>
              <a:gd name="csY3" fmla="*/ 1043099 h 1121088"/>
              <a:gd name="csX4" fmla="*/ 632177 w 1910351"/>
              <a:gd name="csY4" fmla="*/ 1033057 h 1121088"/>
              <a:gd name="csX5" fmla="*/ 644599 w 1910351"/>
              <a:gd name="csY5" fmla="*/ 1057386 h 1121088"/>
              <a:gd name="csX0" fmla="*/ 4729 w 43256"/>
              <a:gd name="csY0" fmla="*/ 26036 h 43219"/>
              <a:gd name="csX1" fmla="*/ 2196 w 43256"/>
              <a:gd name="csY1" fmla="*/ 25239 h 43219"/>
              <a:gd name="csX2" fmla="*/ 6964 w 43256"/>
              <a:gd name="csY2" fmla="*/ 34758 h 43219"/>
              <a:gd name="csX3" fmla="*/ 5856 w 43256"/>
              <a:gd name="csY3" fmla="*/ 35139 h 43219"/>
              <a:gd name="csX4" fmla="*/ 16514 w 43256"/>
              <a:gd name="csY4" fmla="*/ 38949 h 43219"/>
              <a:gd name="csX5" fmla="*/ 15846 w 43256"/>
              <a:gd name="csY5" fmla="*/ 37209 h 43219"/>
              <a:gd name="csX6" fmla="*/ 28863 w 43256"/>
              <a:gd name="csY6" fmla="*/ 34610 h 43219"/>
              <a:gd name="csX7" fmla="*/ 28596 w 43256"/>
              <a:gd name="csY7" fmla="*/ 36519 h 43219"/>
              <a:gd name="csX8" fmla="*/ 34165 w 43256"/>
              <a:gd name="csY8" fmla="*/ 22813 h 43219"/>
              <a:gd name="csX9" fmla="*/ 37416 w 43256"/>
              <a:gd name="csY9" fmla="*/ 29949 h 43219"/>
              <a:gd name="csX10" fmla="*/ 41834 w 43256"/>
              <a:gd name="csY10" fmla="*/ 15213 h 43219"/>
              <a:gd name="csX11" fmla="*/ 40386 w 43256"/>
              <a:gd name="csY11" fmla="*/ 17889 h 43219"/>
              <a:gd name="csX12" fmla="*/ 38360 w 43256"/>
              <a:gd name="csY12" fmla="*/ 5285 h 43219"/>
              <a:gd name="csX13" fmla="*/ 38436 w 43256"/>
              <a:gd name="csY13" fmla="*/ 6549 h 43219"/>
              <a:gd name="csX14" fmla="*/ 29114 w 43256"/>
              <a:gd name="csY14" fmla="*/ 3811 h 43219"/>
              <a:gd name="csX15" fmla="*/ 29856 w 43256"/>
              <a:gd name="csY15" fmla="*/ 2199 h 43219"/>
              <a:gd name="csX16" fmla="*/ 22177 w 43256"/>
              <a:gd name="csY16" fmla="*/ 4579 h 43219"/>
              <a:gd name="csX17" fmla="*/ 22536 w 43256"/>
              <a:gd name="csY17" fmla="*/ 3189 h 43219"/>
              <a:gd name="csX18" fmla="*/ 14036 w 43256"/>
              <a:gd name="csY18" fmla="*/ 5051 h 43219"/>
              <a:gd name="csX19" fmla="*/ 15336 w 43256"/>
              <a:gd name="csY19" fmla="*/ 6399 h 43219"/>
              <a:gd name="csX20" fmla="*/ 4163 w 43256"/>
              <a:gd name="csY20" fmla="*/ 15648 h 43219"/>
              <a:gd name="csX21" fmla="*/ 3936 w 43256"/>
              <a:gd name="csY21" fmla="*/ 14229 h 43219"/>
              <a:gd name="csX0" fmla="*/ 3936 w 43256"/>
              <a:gd name="csY0" fmla="*/ 14229 h 43219"/>
              <a:gd name="csX1" fmla="*/ 5659 w 43256"/>
              <a:gd name="csY1" fmla="*/ 6766 h 43219"/>
              <a:gd name="csX2" fmla="*/ 14041 w 43256"/>
              <a:gd name="csY2" fmla="*/ 5061 h 43219"/>
              <a:gd name="csX3" fmla="*/ 22492 w 43256"/>
              <a:gd name="csY3" fmla="*/ 3291 h 43219"/>
              <a:gd name="csX4" fmla="*/ 25785 w 43256"/>
              <a:gd name="csY4" fmla="*/ 59 h 43219"/>
              <a:gd name="csX5" fmla="*/ 29869 w 43256"/>
              <a:gd name="csY5" fmla="*/ 2340 h 43219"/>
              <a:gd name="csX6" fmla="*/ 35499 w 43256"/>
              <a:gd name="csY6" fmla="*/ 549 h 43219"/>
              <a:gd name="csX7" fmla="*/ 38354 w 43256"/>
              <a:gd name="csY7" fmla="*/ 5435 h 43219"/>
              <a:gd name="csX8" fmla="*/ 42018 w 43256"/>
              <a:gd name="csY8" fmla="*/ 10177 h 43219"/>
              <a:gd name="csX9" fmla="*/ 41854 w 43256"/>
              <a:gd name="csY9" fmla="*/ 15319 h 43219"/>
              <a:gd name="csX10" fmla="*/ 43052 w 43256"/>
              <a:gd name="csY10" fmla="*/ 23181 h 43219"/>
              <a:gd name="csX11" fmla="*/ 37440 w 43256"/>
              <a:gd name="csY11" fmla="*/ 30063 h 43219"/>
              <a:gd name="csX12" fmla="*/ 35431 w 43256"/>
              <a:gd name="csY12" fmla="*/ 35960 h 43219"/>
              <a:gd name="csX13" fmla="*/ 28591 w 43256"/>
              <a:gd name="csY13" fmla="*/ 36674 h 43219"/>
              <a:gd name="csX14" fmla="*/ 23703 w 43256"/>
              <a:gd name="csY14" fmla="*/ 42965 h 43219"/>
              <a:gd name="csX15" fmla="*/ 16516 w 43256"/>
              <a:gd name="csY15" fmla="*/ 39125 h 43219"/>
              <a:gd name="csX16" fmla="*/ 5840 w 43256"/>
              <a:gd name="csY16" fmla="*/ 35331 h 43219"/>
              <a:gd name="csX17" fmla="*/ 1146 w 43256"/>
              <a:gd name="csY17" fmla="*/ 31109 h 43219"/>
              <a:gd name="csX18" fmla="*/ 2149 w 43256"/>
              <a:gd name="csY18" fmla="*/ 25410 h 43219"/>
              <a:gd name="csX19" fmla="*/ 31 w 43256"/>
              <a:gd name="csY19" fmla="*/ 19563 h 43219"/>
              <a:gd name="csX20" fmla="*/ 3899 w 43256"/>
              <a:gd name="csY20" fmla="*/ 14366 h 43219"/>
              <a:gd name="csX21" fmla="*/ 3936 w 43256"/>
              <a:gd name="csY21" fmla="*/ 14229 h 43219"/>
              <a:gd name="csX0" fmla="*/ 629670 w 1910351"/>
              <a:gd name="csY0" fmla="*/ 904619 h 1121088"/>
              <a:gd name="csX1" fmla="*/ 474717 w 1910351"/>
              <a:gd name="csY1" fmla="*/ 1042903 h 1121088"/>
              <a:gd name="csX2" fmla="*/ 574558 w 1910351"/>
              <a:gd name="csY2" fmla="*/ 897475 h 1121088"/>
              <a:gd name="csX3" fmla="*/ 648548 w 1910351"/>
              <a:gd name="csY3" fmla="*/ 1035416 h 1121088"/>
              <a:gd name="csX4" fmla="*/ 629670 w 1910351"/>
              <a:gd name="csY4" fmla="*/ 904619 h 1121088"/>
              <a:gd name="csX0" fmla="*/ 572956 w 1910351"/>
              <a:gd name="csY0" fmla="*/ 871153 h 1121088"/>
              <a:gd name="csX1" fmla="*/ 560705 w 1910351"/>
              <a:gd name="csY1" fmla="*/ 907217 h 1121088"/>
              <a:gd name="csX2" fmla="*/ 527023 w 1910351"/>
              <a:gd name="csY2" fmla="*/ 942591 h 1121088"/>
              <a:gd name="csX3" fmla="*/ 579755 w 1910351"/>
              <a:gd name="csY3" fmla="*/ 944627 h 1121088"/>
              <a:gd name="csX4" fmla="*/ 572956 w 1910351"/>
              <a:gd name="csY4" fmla="*/ 871153 h 1121088"/>
              <a:gd name="csX0" fmla="*/ 644599 w 1910351"/>
              <a:gd name="csY0" fmla="*/ 1057386 h 1121088"/>
              <a:gd name="csX1" fmla="*/ 627414 w 1910351"/>
              <a:gd name="csY1" fmla="*/ 1034089 h 1121088"/>
              <a:gd name="csX2" fmla="*/ 559855 w 1910351"/>
              <a:gd name="csY2" fmla="*/ 1053230 h 1121088"/>
              <a:gd name="csX3" fmla="*/ 634042 w 1910351"/>
              <a:gd name="csY3" fmla="*/ 1043099 h 1121088"/>
              <a:gd name="csX4" fmla="*/ 632177 w 1910351"/>
              <a:gd name="csY4" fmla="*/ 1033057 h 1121088"/>
              <a:gd name="csX5" fmla="*/ 644599 w 1910351"/>
              <a:gd name="csY5" fmla="*/ 1057386 h 1121088"/>
              <a:gd name="csX0" fmla="*/ 4729 w 43256"/>
              <a:gd name="csY0" fmla="*/ 26036 h 43219"/>
              <a:gd name="csX1" fmla="*/ 2196 w 43256"/>
              <a:gd name="csY1" fmla="*/ 25239 h 43219"/>
              <a:gd name="csX2" fmla="*/ 6964 w 43256"/>
              <a:gd name="csY2" fmla="*/ 34758 h 43219"/>
              <a:gd name="csX3" fmla="*/ 5856 w 43256"/>
              <a:gd name="csY3" fmla="*/ 35139 h 43219"/>
              <a:gd name="csX4" fmla="*/ 16514 w 43256"/>
              <a:gd name="csY4" fmla="*/ 38949 h 43219"/>
              <a:gd name="csX5" fmla="*/ 15846 w 43256"/>
              <a:gd name="csY5" fmla="*/ 37209 h 43219"/>
              <a:gd name="csX6" fmla="*/ 28863 w 43256"/>
              <a:gd name="csY6" fmla="*/ 34610 h 43219"/>
              <a:gd name="csX7" fmla="*/ 28596 w 43256"/>
              <a:gd name="csY7" fmla="*/ 36519 h 43219"/>
              <a:gd name="csX8" fmla="*/ 34165 w 43256"/>
              <a:gd name="csY8" fmla="*/ 22813 h 43219"/>
              <a:gd name="csX9" fmla="*/ 37416 w 43256"/>
              <a:gd name="csY9" fmla="*/ 29949 h 43219"/>
              <a:gd name="csX10" fmla="*/ 41834 w 43256"/>
              <a:gd name="csY10" fmla="*/ 15213 h 43219"/>
              <a:gd name="csX11" fmla="*/ 40386 w 43256"/>
              <a:gd name="csY11" fmla="*/ 17889 h 43219"/>
              <a:gd name="csX12" fmla="*/ 38360 w 43256"/>
              <a:gd name="csY12" fmla="*/ 5285 h 43219"/>
              <a:gd name="csX13" fmla="*/ 38436 w 43256"/>
              <a:gd name="csY13" fmla="*/ 6549 h 43219"/>
              <a:gd name="csX14" fmla="*/ 29114 w 43256"/>
              <a:gd name="csY14" fmla="*/ 3811 h 43219"/>
              <a:gd name="csX15" fmla="*/ 29856 w 43256"/>
              <a:gd name="csY15" fmla="*/ 2199 h 43219"/>
              <a:gd name="csX16" fmla="*/ 22177 w 43256"/>
              <a:gd name="csY16" fmla="*/ 4579 h 43219"/>
              <a:gd name="csX17" fmla="*/ 22536 w 43256"/>
              <a:gd name="csY17" fmla="*/ 3189 h 43219"/>
              <a:gd name="csX18" fmla="*/ 14036 w 43256"/>
              <a:gd name="csY18" fmla="*/ 5051 h 43219"/>
              <a:gd name="csX19" fmla="*/ 15336 w 43256"/>
              <a:gd name="csY19" fmla="*/ 6399 h 43219"/>
              <a:gd name="csX20" fmla="*/ 4163 w 43256"/>
              <a:gd name="csY20" fmla="*/ 15648 h 43219"/>
              <a:gd name="csX21" fmla="*/ 3936 w 43256"/>
              <a:gd name="csY21" fmla="*/ 14229 h 43219"/>
              <a:gd name="csX0" fmla="*/ 3936 w 43256"/>
              <a:gd name="csY0" fmla="*/ 14229 h 43219"/>
              <a:gd name="csX1" fmla="*/ 5659 w 43256"/>
              <a:gd name="csY1" fmla="*/ 6766 h 43219"/>
              <a:gd name="csX2" fmla="*/ 14041 w 43256"/>
              <a:gd name="csY2" fmla="*/ 5061 h 43219"/>
              <a:gd name="csX3" fmla="*/ 22492 w 43256"/>
              <a:gd name="csY3" fmla="*/ 3291 h 43219"/>
              <a:gd name="csX4" fmla="*/ 25785 w 43256"/>
              <a:gd name="csY4" fmla="*/ 59 h 43219"/>
              <a:gd name="csX5" fmla="*/ 29869 w 43256"/>
              <a:gd name="csY5" fmla="*/ 2340 h 43219"/>
              <a:gd name="csX6" fmla="*/ 35499 w 43256"/>
              <a:gd name="csY6" fmla="*/ 549 h 43219"/>
              <a:gd name="csX7" fmla="*/ 38354 w 43256"/>
              <a:gd name="csY7" fmla="*/ 5435 h 43219"/>
              <a:gd name="csX8" fmla="*/ 42018 w 43256"/>
              <a:gd name="csY8" fmla="*/ 10177 h 43219"/>
              <a:gd name="csX9" fmla="*/ 41854 w 43256"/>
              <a:gd name="csY9" fmla="*/ 15319 h 43219"/>
              <a:gd name="csX10" fmla="*/ 43052 w 43256"/>
              <a:gd name="csY10" fmla="*/ 23181 h 43219"/>
              <a:gd name="csX11" fmla="*/ 37440 w 43256"/>
              <a:gd name="csY11" fmla="*/ 30063 h 43219"/>
              <a:gd name="csX12" fmla="*/ 35431 w 43256"/>
              <a:gd name="csY12" fmla="*/ 35960 h 43219"/>
              <a:gd name="csX13" fmla="*/ 28591 w 43256"/>
              <a:gd name="csY13" fmla="*/ 36674 h 43219"/>
              <a:gd name="csX14" fmla="*/ 23703 w 43256"/>
              <a:gd name="csY14" fmla="*/ 42965 h 43219"/>
              <a:gd name="csX15" fmla="*/ 16516 w 43256"/>
              <a:gd name="csY15" fmla="*/ 39125 h 43219"/>
              <a:gd name="csX16" fmla="*/ 5840 w 43256"/>
              <a:gd name="csY16" fmla="*/ 35331 h 43219"/>
              <a:gd name="csX17" fmla="*/ 1146 w 43256"/>
              <a:gd name="csY17" fmla="*/ 31109 h 43219"/>
              <a:gd name="csX18" fmla="*/ 2149 w 43256"/>
              <a:gd name="csY18" fmla="*/ 25410 h 43219"/>
              <a:gd name="csX19" fmla="*/ 31 w 43256"/>
              <a:gd name="csY19" fmla="*/ 19563 h 43219"/>
              <a:gd name="csX20" fmla="*/ 3899 w 43256"/>
              <a:gd name="csY20" fmla="*/ 14366 h 43219"/>
              <a:gd name="csX21" fmla="*/ 3936 w 43256"/>
              <a:gd name="csY21" fmla="*/ 14229 h 43219"/>
              <a:gd name="csX0" fmla="*/ 562995 w 1910351"/>
              <a:gd name="csY0" fmla="*/ 1045112 h 1121088"/>
              <a:gd name="csX1" fmla="*/ 474717 w 1910351"/>
              <a:gd name="csY1" fmla="*/ 1042903 h 1121088"/>
              <a:gd name="csX2" fmla="*/ 574558 w 1910351"/>
              <a:gd name="csY2" fmla="*/ 897475 h 1121088"/>
              <a:gd name="csX3" fmla="*/ 648548 w 1910351"/>
              <a:gd name="csY3" fmla="*/ 1035416 h 1121088"/>
              <a:gd name="csX4" fmla="*/ 562995 w 1910351"/>
              <a:gd name="csY4" fmla="*/ 1045112 h 1121088"/>
              <a:gd name="csX0" fmla="*/ 572956 w 1910351"/>
              <a:gd name="csY0" fmla="*/ 871153 h 1121088"/>
              <a:gd name="csX1" fmla="*/ 560705 w 1910351"/>
              <a:gd name="csY1" fmla="*/ 907217 h 1121088"/>
              <a:gd name="csX2" fmla="*/ 527023 w 1910351"/>
              <a:gd name="csY2" fmla="*/ 942591 h 1121088"/>
              <a:gd name="csX3" fmla="*/ 579755 w 1910351"/>
              <a:gd name="csY3" fmla="*/ 944627 h 1121088"/>
              <a:gd name="csX4" fmla="*/ 572956 w 1910351"/>
              <a:gd name="csY4" fmla="*/ 871153 h 1121088"/>
              <a:gd name="csX0" fmla="*/ 644599 w 1910351"/>
              <a:gd name="csY0" fmla="*/ 1057386 h 1121088"/>
              <a:gd name="csX1" fmla="*/ 627414 w 1910351"/>
              <a:gd name="csY1" fmla="*/ 1034089 h 1121088"/>
              <a:gd name="csX2" fmla="*/ 559855 w 1910351"/>
              <a:gd name="csY2" fmla="*/ 1053230 h 1121088"/>
              <a:gd name="csX3" fmla="*/ 634042 w 1910351"/>
              <a:gd name="csY3" fmla="*/ 1043099 h 1121088"/>
              <a:gd name="csX4" fmla="*/ 632177 w 1910351"/>
              <a:gd name="csY4" fmla="*/ 1033057 h 1121088"/>
              <a:gd name="csX5" fmla="*/ 644599 w 1910351"/>
              <a:gd name="csY5" fmla="*/ 1057386 h 1121088"/>
              <a:gd name="csX0" fmla="*/ 4729 w 43256"/>
              <a:gd name="csY0" fmla="*/ 26036 h 43219"/>
              <a:gd name="csX1" fmla="*/ 2196 w 43256"/>
              <a:gd name="csY1" fmla="*/ 25239 h 43219"/>
              <a:gd name="csX2" fmla="*/ 6964 w 43256"/>
              <a:gd name="csY2" fmla="*/ 34758 h 43219"/>
              <a:gd name="csX3" fmla="*/ 5856 w 43256"/>
              <a:gd name="csY3" fmla="*/ 35139 h 43219"/>
              <a:gd name="csX4" fmla="*/ 16514 w 43256"/>
              <a:gd name="csY4" fmla="*/ 38949 h 43219"/>
              <a:gd name="csX5" fmla="*/ 15846 w 43256"/>
              <a:gd name="csY5" fmla="*/ 37209 h 43219"/>
              <a:gd name="csX6" fmla="*/ 28863 w 43256"/>
              <a:gd name="csY6" fmla="*/ 34610 h 43219"/>
              <a:gd name="csX7" fmla="*/ 28596 w 43256"/>
              <a:gd name="csY7" fmla="*/ 36519 h 43219"/>
              <a:gd name="csX8" fmla="*/ 34165 w 43256"/>
              <a:gd name="csY8" fmla="*/ 22813 h 43219"/>
              <a:gd name="csX9" fmla="*/ 37416 w 43256"/>
              <a:gd name="csY9" fmla="*/ 29949 h 43219"/>
              <a:gd name="csX10" fmla="*/ 41834 w 43256"/>
              <a:gd name="csY10" fmla="*/ 15213 h 43219"/>
              <a:gd name="csX11" fmla="*/ 40386 w 43256"/>
              <a:gd name="csY11" fmla="*/ 17889 h 43219"/>
              <a:gd name="csX12" fmla="*/ 38360 w 43256"/>
              <a:gd name="csY12" fmla="*/ 5285 h 43219"/>
              <a:gd name="csX13" fmla="*/ 38436 w 43256"/>
              <a:gd name="csY13" fmla="*/ 6549 h 43219"/>
              <a:gd name="csX14" fmla="*/ 29114 w 43256"/>
              <a:gd name="csY14" fmla="*/ 3811 h 43219"/>
              <a:gd name="csX15" fmla="*/ 29856 w 43256"/>
              <a:gd name="csY15" fmla="*/ 2199 h 43219"/>
              <a:gd name="csX16" fmla="*/ 22177 w 43256"/>
              <a:gd name="csY16" fmla="*/ 4579 h 43219"/>
              <a:gd name="csX17" fmla="*/ 22536 w 43256"/>
              <a:gd name="csY17" fmla="*/ 3189 h 43219"/>
              <a:gd name="csX18" fmla="*/ 14036 w 43256"/>
              <a:gd name="csY18" fmla="*/ 5051 h 43219"/>
              <a:gd name="csX19" fmla="*/ 15336 w 43256"/>
              <a:gd name="csY19" fmla="*/ 6399 h 43219"/>
              <a:gd name="csX20" fmla="*/ 4163 w 43256"/>
              <a:gd name="csY20" fmla="*/ 15648 h 43219"/>
              <a:gd name="csX21" fmla="*/ 3936 w 43256"/>
              <a:gd name="csY21" fmla="*/ 14229 h 43219"/>
              <a:gd name="csX0" fmla="*/ 3936 w 43256"/>
              <a:gd name="csY0" fmla="*/ 14229 h 43219"/>
              <a:gd name="csX1" fmla="*/ 5659 w 43256"/>
              <a:gd name="csY1" fmla="*/ 6766 h 43219"/>
              <a:gd name="csX2" fmla="*/ 14041 w 43256"/>
              <a:gd name="csY2" fmla="*/ 5061 h 43219"/>
              <a:gd name="csX3" fmla="*/ 22492 w 43256"/>
              <a:gd name="csY3" fmla="*/ 3291 h 43219"/>
              <a:gd name="csX4" fmla="*/ 25785 w 43256"/>
              <a:gd name="csY4" fmla="*/ 59 h 43219"/>
              <a:gd name="csX5" fmla="*/ 29869 w 43256"/>
              <a:gd name="csY5" fmla="*/ 2340 h 43219"/>
              <a:gd name="csX6" fmla="*/ 35499 w 43256"/>
              <a:gd name="csY6" fmla="*/ 549 h 43219"/>
              <a:gd name="csX7" fmla="*/ 38354 w 43256"/>
              <a:gd name="csY7" fmla="*/ 5435 h 43219"/>
              <a:gd name="csX8" fmla="*/ 42018 w 43256"/>
              <a:gd name="csY8" fmla="*/ 10177 h 43219"/>
              <a:gd name="csX9" fmla="*/ 41854 w 43256"/>
              <a:gd name="csY9" fmla="*/ 15319 h 43219"/>
              <a:gd name="csX10" fmla="*/ 43052 w 43256"/>
              <a:gd name="csY10" fmla="*/ 23181 h 43219"/>
              <a:gd name="csX11" fmla="*/ 37440 w 43256"/>
              <a:gd name="csY11" fmla="*/ 30063 h 43219"/>
              <a:gd name="csX12" fmla="*/ 35431 w 43256"/>
              <a:gd name="csY12" fmla="*/ 35960 h 43219"/>
              <a:gd name="csX13" fmla="*/ 28591 w 43256"/>
              <a:gd name="csY13" fmla="*/ 36674 h 43219"/>
              <a:gd name="csX14" fmla="*/ 23703 w 43256"/>
              <a:gd name="csY14" fmla="*/ 42965 h 43219"/>
              <a:gd name="csX15" fmla="*/ 16516 w 43256"/>
              <a:gd name="csY15" fmla="*/ 39125 h 43219"/>
              <a:gd name="csX16" fmla="*/ 5840 w 43256"/>
              <a:gd name="csY16" fmla="*/ 35331 h 43219"/>
              <a:gd name="csX17" fmla="*/ 1146 w 43256"/>
              <a:gd name="csY17" fmla="*/ 31109 h 43219"/>
              <a:gd name="csX18" fmla="*/ 2149 w 43256"/>
              <a:gd name="csY18" fmla="*/ 25410 h 43219"/>
              <a:gd name="csX19" fmla="*/ 31 w 43256"/>
              <a:gd name="csY19" fmla="*/ 19563 h 43219"/>
              <a:gd name="csX20" fmla="*/ 3899 w 43256"/>
              <a:gd name="csY20" fmla="*/ 14366 h 43219"/>
              <a:gd name="csX21" fmla="*/ 3936 w 43256"/>
              <a:gd name="csY21" fmla="*/ 14229 h 43219"/>
              <a:gd name="csX0" fmla="*/ 562995 w 1910351"/>
              <a:gd name="csY0" fmla="*/ 1045112 h 1121088"/>
              <a:gd name="csX1" fmla="*/ 474717 w 1910351"/>
              <a:gd name="csY1" fmla="*/ 1042903 h 1121088"/>
              <a:gd name="csX2" fmla="*/ 574558 w 1910351"/>
              <a:gd name="csY2" fmla="*/ 897475 h 1121088"/>
              <a:gd name="csX3" fmla="*/ 648548 w 1910351"/>
              <a:gd name="csY3" fmla="*/ 1035416 h 1121088"/>
              <a:gd name="csX4" fmla="*/ 562995 w 1910351"/>
              <a:gd name="csY4" fmla="*/ 1045112 h 1121088"/>
              <a:gd name="csX0" fmla="*/ 572956 w 1910351"/>
              <a:gd name="csY0" fmla="*/ 871153 h 1121088"/>
              <a:gd name="csX1" fmla="*/ 560705 w 1910351"/>
              <a:gd name="csY1" fmla="*/ 907217 h 1121088"/>
              <a:gd name="csX2" fmla="*/ 386529 w 1910351"/>
              <a:gd name="csY2" fmla="*/ 1011647 h 1121088"/>
              <a:gd name="csX3" fmla="*/ 579755 w 1910351"/>
              <a:gd name="csY3" fmla="*/ 944627 h 1121088"/>
              <a:gd name="csX4" fmla="*/ 572956 w 1910351"/>
              <a:gd name="csY4" fmla="*/ 871153 h 1121088"/>
              <a:gd name="csX0" fmla="*/ 644599 w 1910351"/>
              <a:gd name="csY0" fmla="*/ 1057386 h 1121088"/>
              <a:gd name="csX1" fmla="*/ 627414 w 1910351"/>
              <a:gd name="csY1" fmla="*/ 1034089 h 1121088"/>
              <a:gd name="csX2" fmla="*/ 559855 w 1910351"/>
              <a:gd name="csY2" fmla="*/ 1053230 h 1121088"/>
              <a:gd name="csX3" fmla="*/ 634042 w 1910351"/>
              <a:gd name="csY3" fmla="*/ 1043099 h 1121088"/>
              <a:gd name="csX4" fmla="*/ 632177 w 1910351"/>
              <a:gd name="csY4" fmla="*/ 1033057 h 1121088"/>
              <a:gd name="csX5" fmla="*/ 644599 w 1910351"/>
              <a:gd name="csY5" fmla="*/ 1057386 h 1121088"/>
              <a:gd name="csX0" fmla="*/ 4729 w 43256"/>
              <a:gd name="csY0" fmla="*/ 26036 h 43219"/>
              <a:gd name="csX1" fmla="*/ 2196 w 43256"/>
              <a:gd name="csY1" fmla="*/ 25239 h 43219"/>
              <a:gd name="csX2" fmla="*/ 6964 w 43256"/>
              <a:gd name="csY2" fmla="*/ 34758 h 43219"/>
              <a:gd name="csX3" fmla="*/ 5856 w 43256"/>
              <a:gd name="csY3" fmla="*/ 35139 h 43219"/>
              <a:gd name="csX4" fmla="*/ 16514 w 43256"/>
              <a:gd name="csY4" fmla="*/ 38949 h 43219"/>
              <a:gd name="csX5" fmla="*/ 15846 w 43256"/>
              <a:gd name="csY5" fmla="*/ 37209 h 43219"/>
              <a:gd name="csX6" fmla="*/ 28863 w 43256"/>
              <a:gd name="csY6" fmla="*/ 34610 h 43219"/>
              <a:gd name="csX7" fmla="*/ 28596 w 43256"/>
              <a:gd name="csY7" fmla="*/ 36519 h 43219"/>
              <a:gd name="csX8" fmla="*/ 34165 w 43256"/>
              <a:gd name="csY8" fmla="*/ 22813 h 43219"/>
              <a:gd name="csX9" fmla="*/ 37416 w 43256"/>
              <a:gd name="csY9" fmla="*/ 29949 h 43219"/>
              <a:gd name="csX10" fmla="*/ 41834 w 43256"/>
              <a:gd name="csY10" fmla="*/ 15213 h 43219"/>
              <a:gd name="csX11" fmla="*/ 40386 w 43256"/>
              <a:gd name="csY11" fmla="*/ 17889 h 43219"/>
              <a:gd name="csX12" fmla="*/ 38360 w 43256"/>
              <a:gd name="csY12" fmla="*/ 5285 h 43219"/>
              <a:gd name="csX13" fmla="*/ 38436 w 43256"/>
              <a:gd name="csY13" fmla="*/ 6549 h 43219"/>
              <a:gd name="csX14" fmla="*/ 29114 w 43256"/>
              <a:gd name="csY14" fmla="*/ 3811 h 43219"/>
              <a:gd name="csX15" fmla="*/ 29856 w 43256"/>
              <a:gd name="csY15" fmla="*/ 2199 h 43219"/>
              <a:gd name="csX16" fmla="*/ 22177 w 43256"/>
              <a:gd name="csY16" fmla="*/ 4579 h 43219"/>
              <a:gd name="csX17" fmla="*/ 22536 w 43256"/>
              <a:gd name="csY17" fmla="*/ 3189 h 43219"/>
              <a:gd name="csX18" fmla="*/ 14036 w 43256"/>
              <a:gd name="csY18" fmla="*/ 5051 h 43219"/>
              <a:gd name="csX19" fmla="*/ 15336 w 43256"/>
              <a:gd name="csY19" fmla="*/ 6399 h 43219"/>
              <a:gd name="csX20" fmla="*/ 4163 w 43256"/>
              <a:gd name="csY20" fmla="*/ 15648 h 43219"/>
              <a:gd name="csX21" fmla="*/ 3936 w 43256"/>
              <a:gd name="csY21" fmla="*/ 14229 h 43219"/>
              <a:gd name="csX0" fmla="*/ 3936 w 43256"/>
              <a:gd name="csY0" fmla="*/ 14229 h 43219"/>
              <a:gd name="csX1" fmla="*/ 5659 w 43256"/>
              <a:gd name="csY1" fmla="*/ 6766 h 43219"/>
              <a:gd name="csX2" fmla="*/ 14041 w 43256"/>
              <a:gd name="csY2" fmla="*/ 5061 h 43219"/>
              <a:gd name="csX3" fmla="*/ 22492 w 43256"/>
              <a:gd name="csY3" fmla="*/ 3291 h 43219"/>
              <a:gd name="csX4" fmla="*/ 25785 w 43256"/>
              <a:gd name="csY4" fmla="*/ 59 h 43219"/>
              <a:gd name="csX5" fmla="*/ 29869 w 43256"/>
              <a:gd name="csY5" fmla="*/ 2340 h 43219"/>
              <a:gd name="csX6" fmla="*/ 35499 w 43256"/>
              <a:gd name="csY6" fmla="*/ 549 h 43219"/>
              <a:gd name="csX7" fmla="*/ 38354 w 43256"/>
              <a:gd name="csY7" fmla="*/ 5435 h 43219"/>
              <a:gd name="csX8" fmla="*/ 42018 w 43256"/>
              <a:gd name="csY8" fmla="*/ 10177 h 43219"/>
              <a:gd name="csX9" fmla="*/ 41854 w 43256"/>
              <a:gd name="csY9" fmla="*/ 15319 h 43219"/>
              <a:gd name="csX10" fmla="*/ 43052 w 43256"/>
              <a:gd name="csY10" fmla="*/ 23181 h 43219"/>
              <a:gd name="csX11" fmla="*/ 37440 w 43256"/>
              <a:gd name="csY11" fmla="*/ 30063 h 43219"/>
              <a:gd name="csX12" fmla="*/ 35431 w 43256"/>
              <a:gd name="csY12" fmla="*/ 35960 h 43219"/>
              <a:gd name="csX13" fmla="*/ 28591 w 43256"/>
              <a:gd name="csY13" fmla="*/ 36674 h 43219"/>
              <a:gd name="csX14" fmla="*/ 23703 w 43256"/>
              <a:gd name="csY14" fmla="*/ 42965 h 43219"/>
              <a:gd name="csX15" fmla="*/ 16516 w 43256"/>
              <a:gd name="csY15" fmla="*/ 39125 h 43219"/>
              <a:gd name="csX16" fmla="*/ 5840 w 43256"/>
              <a:gd name="csY16" fmla="*/ 35331 h 43219"/>
              <a:gd name="csX17" fmla="*/ 1146 w 43256"/>
              <a:gd name="csY17" fmla="*/ 31109 h 43219"/>
              <a:gd name="csX18" fmla="*/ 2149 w 43256"/>
              <a:gd name="csY18" fmla="*/ 25410 h 43219"/>
              <a:gd name="csX19" fmla="*/ 31 w 43256"/>
              <a:gd name="csY19" fmla="*/ 19563 h 43219"/>
              <a:gd name="csX20" fmla="*/ 3899 w 43256"/>
              <a:gd name="csY20" fmla="*/ 14366 h 43219"/>
              <a:gd name="csX21" fmla="*/ 3936 w 43256"/>
              <a:gd name="csY21" fmla="*/ 14229 h 43219"/>
              <a:gd name="csX0" fmla="*/ 562995 w 1910351"/>
              <a:gd name="csY0" fmla="*/ 1045112 h 1121088"/>
              <a:gd name="csX1" fmla="*/ 474717 w 1910351"/>
              <a:gd name="csY1" fmla="*/ 1042903 h 1121088"/>
              <a:gd name="csX2" fmla="*/ 574558 w 1910351"/>
              <a:gd name="csY2" fmla="*/ 897475 h 1121088"/>
              <a:gd name="csX3" fmla="*/ 648548 w 1910351"/>
              <a:gd name="csY3" fmla="*/ 1035416 h 1121088"/>
              <a:gd name="csX4" fmla="*/ 562995 w 1910351"/>
              <a:gd name="csY4" fmla="*/ 1045112 h 1121088"/>
              <a:gd name="csX0" fmla="*/ 572956 w 1910351"/>
              <a:gd name="csY0" fmla="*/ 871153 h 1121088"/>
              <a:gd name="csX1" fmla="*/ 560705 w 1910351"/>
              <a:gd name="csY1" fmla="*/ 907217 h 1121088"/>
              <a:gd name="csX2" fmla="*/ 386529 w 1910351"/>
              <a:gd name="csY2" fmla="*/ 1011647 h 1121088"/>
              <a:gd name="csX3" fmla="*/ 622617 w 1910351"/>
              <a:gd name="csY3" fmla="*/ 1054164 h 1121088"/>
              <a:gd name="csX4" fmla="*/ 572956 w 1910351"/>
              <a:gd name="csY4" fmla="*/ 871153 h 1121088"/>
              <a:gd name="csX0" fmla="*/ 644599 w 1910351"/>
              <a:gd name="csY0" fmla="*/ 1057386 h 1121088"/>
              <a:gd name="csX1" fmla="*/ 627414 w 1910351"/>
              <a:gd name="csY1" fmla="*/ 1034089 h 1121088"/>
              <a:gd name="csX2" fmla="*/ 559855 w 1910351"/>
              <a:gd name="csY2" fmla="*/ 1053230 h 1121088"/>
              <a:gd name="csX3" fmla="*/ 634042 w 1910351"/>
              <a:gd name="csY3" fmla="*/ 1043099 h 1121088"/>
              <a:gd name="csX4" fmla="*/ 632177 w 1910351"/>
              <a:gd name="csY4" fmla="*/ 1033057 h 1121088"/>
              <a:gd name="csX5" fmla="*/ 644599 w 1910351"/>
              <a:gd name="csY5" fmla="*/ 1057386 h 1121088"/>
              <a:gd name="csX0" fmla="*/ 4729 w 43256"/>
              <a:gd name="csY0" fmla="*/ 26036 h 43219"/>
              <a:gd name="csX1" fmla="*/ 2196 w 43256"/>
              <a:gd name="csY1" fmla="*/ 25239 h 43219"/>
              <a:gd name="csX2" fmla="*/ 6964 w 43256"/>
              <a:gd name="csY2" fmla="*/ 34758 h 43219"/>
              <a:gd name="csX3" fmla="*/ 5856 w 43256"/>
              <a:gd name="csY3" fmla="*/ 35139 h 43219"/>
              <a:gd name="csX4" fmla="*/ 16514 w 43256"/>
              <a:gd name="csY4" fmla="*/ 38949 h 43219"/>
              <a:gd name="csX5" fmla="*/ 15846 w 43256"/>
              <a:gd name="csY5" fmla="*/ 37209 h 43219"/>
              <a:gd name="csX6" fmla="*/ 28863 w 43256"/>
              <a:gd name="csY6" fmla="*/ 34610 h 43219"/>
              <a:gd name="csX7" fmla="*/ 28596 w 43256"/>
              <a:gd name="csY7" fmla="*/ 36519 h 43219"/>
              <a:gd name="csX8" fmla="*/ 34165 w 43256"/>
              <a:gd name="csY8" fmla="*/ 22813 h 43219"/>
              <a:gd name="csX9" fmla="*/ 37416 w 43256"/>
              <a:gd name="csY9" fmla="*/ 29949 h 43219"/>
              <a:gd name="csX10" fmla="*/ 41834 w 43256"/>
              <a:gd name="csY10" fmla="*/ 15213 h 43219"/>
              <a:gd name="csX11" fmla="*/ 40386 w 43256"/>
              <a:gd name="csY11" fmla="*/ 17889 h 43219"/>
              <a:gd name="csX12" fmla="*/ 38360 w 43256"/>
              <a:gd name="csY12" fmla="*/ 5285 h 43219"/>
              <a:gd name="csX13" fmla="*/ 38436 w 43256"/>
              <a:gd name="csY13" fmla="*/ 6549 h 43219"/>
              <a:gd name="csX14" fmla="*/ 29114 w 43256"/>
              <a:gd name="csY14" fmla="*/ 3811 h 43219"/>
              <a:gd name="csX15" fmla="*/ 29856 w 43256"/>
              <a:gd name="csY15" fmla="*/ 2199 h 43219"/>
              <a:gd name="csX16" fmla="*/ 22177 w 43256"/>
              <a:gd name="csY16" fmla="*/ 4579 h 43219"/>
              <a:gd name="csX17" fmla="*/ 22536 w 43256"/>
              <a:gd name="csY17" fmla="*/ 3189 h 43219"/>
              <a:gd name="csX18" fmla="*/ 14036 w 43256"/>
              <a:gd name="csY18" fmla="*/ 5051 h 43219"/>
              <a:gd name="csX19" fmla="*/ 15336 w 43256"/>
              <a:gd name="csY19" fmla="*/ 6399 h 43219"/>
              <a:gd name="csX20" fmla="*/ 4163 w 43256"/>
              <a:gd name="csY20" fmla="*/ 15648 h 43219"/>
              <a:gd name="csX21" fmla="*/ 3936 w 43256"/>
              <a:gd name="csY21" fmla="*/ 14229 h 43219"/>
              <a:gd name="csX0" fmla="*/ 3936 w 43256"/>
              <a:gd name="csY0" fmla="*/ 14229 h 43219"/>
              <a:gd name="csX1" fmla="*/ 5659 w 43256"/>
              <a:gd name="csY1" fmla="*/ 6766 h 43219"/>
              <a:gd name="csX2" fmla="*/ 14041 w 43256"/>
              <a:gd name="csY2" fmla="*/ 5061 h 43219"/>
              <a:gd name="csX3" fmla="*/ 22492 w 43256"/>
              <a:gd name="csY3" fmla="*/ 3291 h 43219"/>
              <a:gd name="csX4" fmla="*/ 25785 w 43256"/>
              <a:gd name="csY4" fmla="*/ 59 h 43219"/>
              <a:gd name="csX5" fmla="*/ 29869 w 43256"/>
              <a:gd name="csY5" fmla="*/ 2340 h 43219"/>
              <a:gd name="csX6" fmla="*/ 35499 w 43256"/>
              <a:gd name="csY6" fmla="*/ 549 h 43219"/>
              <a:gd name="csX7" fmla="*/ 38354 w 43256"/>
              <a:gd name="csY7" fmla="*/ 5435 h 43219"/>
              <a:gd name="csX8" fmla="*/ 42018 w 43256"/>
              <a:gd name="csY8" fmla="*/ 10177 h 43219"/>
              <a:gd name="csX9" fmla="*/ 41854 w 43256"/>
              <a:gd name="csY9" fmla="*/ 15319 h 43219"/>
              <a:gd name="csX10" fmla="*/ 43052 w 43256"/>
              <a:gd name="csY10" fmla="*/ 23181 h 43219"/>
              <a:gd name="csX11" fmla="*/ 37440 w 43256"/>
              <a:gd name="csY11" fmla="*/ 30063 h 43219"/>
              <a:gd name="csX12" fmla="*/ 35431 w 43256"/>
              <a:gd name="csY12" fmla="*/ 35960 h 43219"/>
              <a:gd name="csX13" fmla="*/ 28591 w 43256"/>
              <a:gd name="csY13" fmla="*/ 36674 h 43219"/>
              <a:gd name="csX14" fmla="*/ 23703 w 43256"/>
              <a:gd name="csY14" fmla="*/ 42965 h 43219"/>
              <a:gd name="csX15" fmla="*/ 16516 w 43256"/>
              <a:gd name="csY15" fmla="*/ 39125 h 43219"/>
              <a:gd name="csX16" fmla="*/ 5840 w 43256"/>
              <a:gd name="csY16" fmla="*/ 35331 h 43219"/>
              <a:gd name="csX17" fmla="*/ 1146 w 43256"/>
              <a:gd name="csY17" fmla="*/ 31109 h 43219"/>
              <a:gd name="csX18" fmla="*/ 2149 w 43256"/>
              <a:gd name="csY18" fmla="*/ 25410 h 43219"/>
              <a:gd name="csX19" fmla="*/ 31 w 43256"/>
              <a:gd name="csY19" fmla="*/ 19563 h 43219"/>
              <a:gd name="csX20" fmla="*/ 3899 w 43256"/>
              <a:gd name="csY20" fmla="*/ 14366 h 43219"/>
              <a:gd name="csX21" fmla="*/ 3936 w 43256"/>
              <a:gd name="csY21" fmla="*/ 14229 h 43219"/>
              <a:gd name="csX0" fmla="*/ 562995 w 1910351"/>
              <a:gd name="csY0" fmla="*/ 1045112 h 1121088"/>
              <a:gd name="csX1" fmla="*/ 474717 w 1910351"/>
              <a:gd name="csY1" fmla="*/ 1042903 h 1121088"/>
              <a:gd name="csX2" fmla="*/ 574558 w 1910351"/>
              <a:gd name="csY2" fmla="*/ 897475 h 1121088"/>
              <a:gd name="csX3" fmla="*/ 648548 w 1910351"/>
              <a:gd name="csY3" fmla="*/ 1035416 h 1121088"/>
              <a:gd name="csX4" fmla="*/ 562995 w 1910351"/>
              <a:gd name="csY4" fmla="*/ 1045112 h 1121088"/>
              <a:gd name="csX0" fmla="*/ 572956 w 1910351"/>
              <a:gd name="csY0" fmla="*/ 871153 h 1121088"/>
              <a:gd name="csX1" fmla="*/ 560705 w 1910351"/>
              <a:gd name="csY1" fmla="*/ 907217 h 1121088"/>
              <a:gd name="csX2" fmla="*/ 441298 w 1910351"/>
              <a:gd name="csY2" fmla="*/ 1037840 h 1121088"/>
              <a:gd name="csX3" fmla="*/ 622617 w 1910351"/>
              <a:gd name="csY3" fmla="*/ 1054164 h 1121088"/>
              <a:gd name="csX4" fmla="*/ 572956 w 1910351"/>
              <a:gd name="csY4" fmla="*/ 871153 h 1121088"/>
              <a:gd name="csX0" fmla="*/ 644599 w 1910351"/>
              <a:gd name="csY0" fmla="*/ 1057386 h 1121088"/>
              <a:gd name="csX1" fmla="*/ 627414 w 1910351"/>
              <a:gd name="csY1" fmla="*/ 1034089 h 1121088"/>
              <a:gd name="csX2" fmla="*/ 559855 w 1910351"/>
              <a:gd name="csY2" fmla="*/ 1053230 h 1121088"/>
              <a:gd name="csX3" fmla="*/ 634042 w 1910351"/>
              <a:gd name="csY3" fmla="*/ 1043099 h 1121088"/>
              <a:gd name="csX4" fmla="*/ 632177 w 1910351"/>
              <a:gd name="csY4" fmla="*/ 1033057 h 1121088"/>
              <a:gd name="csX5" fmla="*/ 644599 w 1910351"/>
              <a:gd name="csY5" fmla="*/ 1057386 h 1121088"/>
              <a:gd name="csX0" fmla="*/ 4729 w 43256"/>
              <a:gd name="csY0" fmla="*/ 26036 h 43219"/>
              <a:gd name="csX1" fmla="*/ 2196 w 43256"/>
              <a:gd name="csY1" fmla="*/ 25239 h 43219"/>
              <a:gd name="csX2" fmla="*/ 6964 w 43256"/>
              <a:gd name="csY2" fmla="*/ 34758 h 43219"/>
              <a:gd name="csX3" fmla="*/ 5856 w 43256"/>
              <a:gd name="csY3" fmla="*/ 35139 h 43219"/>
              <a:gd name="csX4" fmla="*/ 16514 w 43256"/>
              <a:gd name="csY4" fmla="*/ 38949 h 43219"/>
              <a:gd name="csX5" fmla="*/ 15846 w 43256"/>
              <a:gd name="csY5" fmla="*/ 37209 h 43219"/>
              <a:gd name="csX6" fmla="*/ 28863 w 43256"/>
              <a:gd name="csY6" fmla="*/ 34610 h 43219"/>
              <a:gd name="csX7" fmla="*/ 28596 w 43256"/>
              <a:gd name="csY7" fmla="*/ 36519 h 43219"/>
              <a:gd name="csX8" fmla="*/ 34165 w 43256"/>
              <a:gd name="csY8" fmla="*/ 22813 h 43219"/>
              <a:gd name="csX9" fmla="*/ 37416 w 43256"/>
              <a:gd name="csY9" fmla="*/ 29949 h 43219"/>
              <a:gd name="csX10" fmla="*/ 41834 w 43256"/>
              <a:gd name="csY10" fmla="*/ 15213 h 43219"/>
              <a:gd name="csX11" fmla="*/ 40386 w 43256"/>
              <a:gd name="csY11" fmla="*/ 17889 h 43219"/>
              <a:gd name="csX12" fmla="*/ 38360 w 43256"/>
              <a:gd name="csY12" fmla="*/ 5285 h 43219"/>
              <a:gd name="csX13" fmla="*/ 38436 w 43256"/>
              <a:gd name="csY13" fmla="*/ 6549 h 43219"/>
              <a:gd name="csX14" fmla="*/ 29114 w 43256"/>
              <a:gd name="csY14" fmla="*/ 3811 h 43219"/>
              <a:gd name="csX15" fmla="*/ 29856 w 43256"/>
              <a:gd name="csY15" fmla="*/ 2199 h 43219"/>
              <a:gd name="csX16" fmla="*/ 22177 w 43256"/>
              <a:gd name="csY16" fmla="*/ 4579 h 43219"/>
              <a:gd name="csX17" fmla="*/ 22536 w 43256"/>
              <a:gd name="csY17" fmla="*/ 3189 h 43219"/>
              <a:gd name="csX18" fmla="*/ 14036 w 43256"/>
              <a:gd name="csY18" fmla="*/ 5051 h 43219"/>
              <a:gd name="csX19" fmla="*/ 15336 w 43256"/>
              <a:gd name="csY19" fmla="*/ 6399 h 43219"/>
              <a:gd name="csX20" fmla="*/ 4163 w 43256"/>
              <a:gd name="csY20" fmla="*/ 15648 h 43219"/>
              <a:gd name="csX21" fmla="*/ 3936 w 43256"/>
              <a:gd name="csY21" fmla="*/ 14229 h 43219"/>
              <a:gd name="csX0" fmla="*/ 3936 w 43256"/>
              <a:gd name="csY0" fmla="*/ 14229 h 43219"/>
              <a:gd name="csX1" fmla="*/ 5659 w 43256"/>
              <a:gd name="csY1" fmla="*/ 6766 h 43219"/>
              <a:gd name="csX2" fmla="*/ 14041 w 43256"/>
              <a:gd name="csY2" fmla="*/ 5061 h 43219"/>
              <a:gd name="csX3" fmla="*/ 22492 w 43256"/>
              <a:gd name="csY3" fmla="*/ 3291 h 43219"/>
              <a:gd name="csX4" fmla="*/ 25785 w 43256"/>
              <a:gd name="csY4" fmla="*/ 59 h 43219"/>
              <a:gd name="csX5" fmla="*/ 29869 w 43256"/>
              <a:gd name="csY5" fmla="*/ 2340 h 43219"/>
              <a:gd name="csX6" fmla="*/ 35499 w 43256"/>
              <a:gd name="csY6" fmla="*/ 549 h 43219"/>
              <a:gd name="csX7" fmla="*/ 38354 w 43256"/>
              <a:gd name="csY7" fmla="*/ 5435 h 43219"/>
              <a:gd name="csX8" fmla="*/ 42018 w 43256"/>
              <a:gd name="csY8" fmla="*/ 10177 h 43219"/>
              <a:gd name="csX9" fmla="*/ 41854 w 43256"/>
              <a:gd name="csY9" fmla="*/ 15319 h 43219"/>
              <a:gd name="csX10" fmla="*/ 43052 w 43256"/>
              <a:gd name="csY10" fmla="*/ 23181 h 43219"/>
              <a:gd name="csX11" fmla="*/ 37440 w 43256"/>
              <a:gd name="csY11" fmla="*/ 30063 h 43219"/>
              <a:gd name="csX12" fmla="*/ 35431 w 43256"/>
              <a:gd name="csY12" fmla="*/ 35960 h 43219"/>
              <a:gd name="csX13" fmla="*/ 28591 w 43256"/>
              <a:gd name="csY13" fmla="*/ 36674 h 43219"/>
              <a:gd name="csX14" fmla="*/ 23703 w 43256"/>
              <a:gd name="csY14" fmla="*/ 42965 h 43219"/>
              <a:gd name="csX15" fmla="*/ 16516 w 43256"/>
              <a:gd name="csY15" fmla="*/ 39125 h 43219"/>
              <a:gd name="csX16" fmla="*/ 5840 w 43256"/>
              <a:gd name="csY16" fmla="*/ 35331 h 43219"/>
              <a:gd name="csX17" fmla="*/ 1146 w 43256"/>
              <a:gd name="csY17" fmla="*/ 31109 h 43219"/>
              <a:gd name="csX18" fmla="*/ 2149 w 43256"/>
              <a:gd name="csY18" fmla="*/ 25410 h 43219"/>
              <a:gd name="csX19" fmla="*/ 31 w 43256"/>
              <a:gd name="csY19" fmla="*/ 19563 h 43219"/>
              <a:gd name="csX20" fmla="*/ 3899 w 43256"/>
              <a:gd name="csY20" fmla="*/ 14366 h 43219"/>
              <a:gd name="csX21" fmla="*/ 3936 w 43256"/>
              <a:gd name="csY21" fmla="*/ 14229 h 43219"/>
              <a:gd name="csX0" fmla="*/ 562995 w 1910351"/>
              <a:gd name="csY0" fmla="*/ 1045112 h 1121088"/>
              <a:gd name="csX1" fmla="*/ 474717 w 1910351"/>
              <a:gd name="csY1" fmla="*/ 1042903 h 1121088"/>
              <a:gd name="csX2" fmla="*/ 574558 w 1910351"/>
              <a:gd name="csY2" fmla="*/ 897475 h 1121088"/>
              <a:gd name="csX3" fmla="*/ 648548 w 1910351"/>
              <a:gd name="csY3" fmla="*/ 1035416 h 1121088"/>
              <a:gd name="csX4" fmla="*/ 562995 w 1910351"/>
              <a:gd name="csY4" fmla="*/ 1045112 h 1121088"/>
              <a:gd name="csX0" fmla="*/ 572956 w 1910351"/>
              <a:gd name="csY0" fmla="*/ 871153 h 1121088"/>
              <a:gd name="csX1" fmla="*/ 665480 w 1910351"/>
              <a:gd name="csY1" fmla="*/ 1033423 h 1121088"/>
              <a:gd name="csX2" fmla="*/ 441298 w 1910351"/>
              <a:gd name="csY2" fmla="*/ 1037840 h 1121088"/>
              <a:gd name="csX3" fmla="*/ 622617 w 1910351"/>
              <a:gd name="csY3" fmla="*/ 1054164 h 1121088"/>
              <a:gd name="csX4" fmla="*/ 572956 w 1910351"/>
              <a:gd name="csY4" fmla="*/ 871153 h 1121088"/>
              <a:gd name="csX0" fmla="*/ 644599 w 1910351"/>
              <a:gd name="csY0" fmla="*/ 1057386 h 1121088"/>
              <a:gd name="csX1" fmla="*/ 627414 w 1910351"/>
              <a:gd name="csY1" fmla="*/ 1034089 h 1121088"/>
              <a:gd name="csX2" fmla="*/ 559855 w 1910351"/>
              <a:gd name="csY2" fmla="*/ 1053230 h 1121088"/>
              <a:gd name="csX3" fmla="*/ 634042 w 1910351"/>
              <a:gd name="csY3" fmla="*/ 1043099 h 1121088"/>
              <a:gd name="csX4" fmla="*/ 632177 w 1910351"/>
              <a:gd name="csY4" fmla="*/ 1033057 h 1121088"/>
              <a:gd name="csX5" fmla="*/ 644599 w 1910351"/>
              <a:gd name="csY5" fmla="*/ 1057386 h 1121088"/>
              <a:gd name="csX0" fmla="*/ 4729 w 43256"/>
              <a:gd name="csY0" fmla="*/ 26036 h 43219"/>
              <a:gd name="csX1" fmla="*/ 2196 w 43256"/>
              <a:gd name="csY1" fmla="*/ 25239 h 43219"/>
              <a:gd name="csX2" fmla="*/ 6964 w 43256"/>
              <a:gd name="csY2" fmla="*/ 34758 h 43219"/>
              <a:gd name="csX3" fmla="*/ 5856 w 43256"/>
              <a:gd name="csY3" fmla="*/ 35139 h 43219"/>
              <a:gd name="csX4" fmla="*/ 16514 w 43256"/>
              <a:gd name="csY4" fmla="*/ 38949 h 43219"/>
              <a:gd name="csX5" fmla="*/ 15846 w 43256"/>
              <a:gd name="csY5" fmla="*/ 37209 h 43219"/>
              <a:gd name="csX6" fmla="*/ 28863 w 43256"/>
              <a:gd name="csY6" fmla="*/ 34610 h 43219"/>
              <a:gd name="csX7" fmla="*/ 28596 w 43256"/>
              <a:gd name="csY7" fmla="*/ 36519 h 43219"/>
              <a:gd name="csX8" fmla="*/ 34165 w 43256"/>
              <a:gd name="csY8" fmla="*/ 22813 h 43219"/>
              <a:gd name="csX9" fmla="*/ 37416 w 43256"/>
              <a:gd name="csY9" fmla="*/ 29949 h 43219"/>
              <a:gd name="csX10" fmla="*/ 41834 w 43256"/>
              <a:gd name="csY10" fmla="*/ 15213 h 43219"/>
              <a:gd name="csX11" fmla="*/ 40386 w 43256"/>
              <a:gd name="csY11" fmla="*/ 17889 h 43219"/>
              <a:gd name="csX12" fmla="*/ 38360 w 43256"/>
              <a:gd name="csY12" fmla="*/ 5285 h 43219"/>
              <a:gd name="csX13" fmla="*/ 38436 w 43256"/>
              <a:gd name="csY13" fmla="*/ 6549 h 43219"/>
              <a:gd name="csX14" fmla="*/ 29114 w 43256"/>
              <a:gd name="csY14" fmla="*/ 3811 h 43219"/>
              <a:gd name="csX15" fmla="*/ 29856 w 43256"/>
              <a:gd name="csY15" fmla="*/ 2199 h 43219"/>
              <a:gd name="csX16" fmla="*/ 22177 w 43256"/>
              <a:gd name="csY16" fmla="*/ 4579 h 43219"/>
              <a:gd name="csX17" fmla="*/ 22536 w 43256"/>
              <a:gd name="csY17" fmla="*/ 3189 h 43219"/>
              <a:gd name="csX18" fmla="*/ 14036 w 43256"/>
              <a:gd name="csY18" fmla="*/ 5051 h 43219"/>
              <a:gd name="csX19" fmla="*/ 15336 w 43256"/>
              <a:gd name="csY19" fmla="*/ 6399 h 43219"/>
              <a:gd name="csX20" fmla="*/ 4163 w 43256"/>
              <a:gd name="csY20" fmla="*/ 15648 h 43219"/>
              <a:gd name="csX21" fmla="*/ 3936 w 43256"/>
              <a:gd name="csY21" fmla="*/ 14229 h 43219"/>
              <a:gd name="csX0" fmla="*/ 3936 w 43256"/>
              <a:gd name="csY0" fmla="*/ 14229 h 43219"/>
              <a:gd name="csX1" fmla="*/ 5659 w 43256"/>
              <a:gd name="csY1" fmla="*/ 6766 h 43219"/>
              <a:gd name="csX2" fmla="*/ 14041 w 43256"/>
              <a:gd name="csY2" fmla="*/ 5061 h 43219"/>
              <a:gd name="csX3" fmla="*/ 22492 w 43256"/>
              <a:gd name="csY3" fmla="*/ 3291 h 43219"/>
              <a:gd name="csX4" fmla="*/ 25785 w 43256"/>
              <a:gd name="csY4" fmla="*/ 59 h 43219"/>
              <a:gd name="csX5" fmla="*/ 29869 w 43256"/>
              <a:gd name="csY5" fmla="*/ 2340 h 43219"/>
              <a:gd name="csX6" fmla="*/ 35499 w 43256"/>
              <a:gd name="csY6" fmla="*/ 549 h 43219"/>
              <a:gd name="csX7" fmla="*/ 38354 w 43256"/>
              <a:gd name="csY7" fmla="*/ 5435 h 43219"/>
              <a:gd name="csX8" fmla="*/ 42018 w 43256"/>
              <a:gd name="csY8" fmla="*/ 10177 h 43219"/>
              <a:gd name="csX9" fmla="*/ 41854 w 43256"/>
              <a:gd name="csY9" fmla="*/ 15319 h 43219"/>
              <a:gd name="csX10" fmla="*/ 43052 w 43256"/>
              <a:gd name="csY10" fmla="*/ 23181 h 43219"/>
              <a:gd name="csX11" fmla="*/ 37440 w 43256"/>
              <a:gd name="csY11" fmla="*/ 30063 h 43219"/>
              <a:gd name="csX12" fmla="*/ 35431 w 43256"/>
              <a:gd name="csY12" fmla="*/ 35960 h 43219"/>
              <a:gd name="csX13" fmla="*/ 28591 w 43256"/>
              <a:gd name="csY13" fmla="*/ 36674 h 43219"/>
              <a:gd name="csX14" fmla="*/ 23703 w 43256"/>
              <a:gd name="csY14" fmla="*/ 42965 h 43219"/>
              <a:gd name="csX15" fmla="*/ 16516 w 43256"/>
              <a:gd name="csY15" fmla="*/ 39125 h 43219"/>
              <a:gd name="csX16" fmla="*/ 5840 w 43256"/>
              <a:gd name="csY16" fmla="*/ 35331 h 43219"/>
              <a:gd name="csX17" fmla="*/ 1146 w 43256"/>
              <a:gd name="csY17" fmla="*/ 31109 h 43219"/>
              <a:gd name="csX18" fmla="*/ 2149 w 43256"/>
              <a:gd name="csY18" fmla="*/ 25410 h 43219"/>
              <a:gd name="csX19" fmla="*/ 31 w 43256"/>
              <a:gd name="csY19" fmla="*/ 19563 h 43219"/>
              <a:gd name="csX20" fmla="*/ 3899 w 43256"/>
              <a:gd name="csY20" fmla="*/ 14366 h 43219"/>
              <a:gd name="csX21" fmla="*/ 3936 w 43256"/>
              <a:gd name="csY21" fmla="*/ 14229 h 43219"/>
              <a:gd name="csX0" fmla="*/ 562995 w 1910351"/>
              <a:gd name="csY0" fmla="*/ 1045112 h 1121088"/>
              <a:gd name="csX1" fmla="*/ 474717 w 1910351"/>
              <a:gd name="csY1" fmla="*/ 1042903 h 1121088"/>
              <a:gd name="csX2" fmla="*/ 548364 w 1910351"/>
              <a:gd name="csY2" fmla="*/ 1057018 h 1121088"/>
              <a:gd name="csX3" fmla="*/ 648548 w 1910351"/>
              <a:gd name="csY3" fmla="*/ 1035416 h 1121088"/>
              <a:gd name="csX4" fmla="*/ 562995 w 1910351"/>
              <a:gd name="csY4" fmla="*/ 1045112 h 1121088"/>
              <a:gd name="csX0" fmla="*/ 572956 w 1910351"/>
              <a:gd name="csY0" fmla="*/ 871153 h 1121088"/>
              <a:gd name="csX1" fmla="*/ 665480 w 1910351"/>
              <a:gd name="csY1" fmla="*/ 1033423 h 1121088"/>
              <a:gd name="csX2" fmla="*/ 441298 w 1910351"/>
              <a:gd name="csY2" fmla="*/ 1037840 h 1121088"/>
              <a:gd name="csX3" fmla="*/ 622617 w 1910351"/>
              <a:gd name="csY3" fmla="*/ 1054164 h 1121088"/>
              <a:gd name="csX4" fmla="*/ 572956 w 1910351"/>
              <a:gd name="csY4" fmla="*/ 871153 h 1121088"/>
              <a:gd name="csX0" fmla="*/ 644599 w 1910351"/>
              <a:gd name="csY0" fmla="*/ 1057386 h 1121088"/>
              <a:gd name="csX1" fmla="*/ 627414 w 1910351"/>
              <a:gd name="csY1" fmla="*/ 1034089 h 1121088"/>
              <a:gd name="csX2" fmla="*/ 559855 w 1910351"/>
              <a:gd name="csY2" fmla="*/ 1053230 h 1121088"/>
              <a:gd name="csX3" fmla="*/ 634042 w 1910351"/>
              <a:gd name="csY3" fmla="*/ 1043099 h 1121088"/>
              <a:gd name="csX4" fmla="*/ 632177 w 1910351"/>
              <a:gd name="csY4" fmla="*/ 1033057 h 1121088"/>
              <a:gd name="csX5" fmla="*/ 644599 w 1910351"/>
              <a:gd name="csY5" fmla="*/ 1057386 h 1121088"/>
              <a:gd name="csX0" fmla="*/ 4729 w 43256"/>
              <a:gd name="csY0" fmla="*/ 26036 h 43219"/>
              <a:gd name="csX1" fmla="*/ 2196 w 43256"/>
              <a:gd name="csY1" fmla="*/ 25239 h 43219"/>
              <a:gd name="csX2" fmla="*/ 6964 w 43256"/>
              <a:gd name="csY2" fmla="*/ 34758 h 43219"/>
              <a:gd name="csX3" fmla="*/ 5856 w 43256"/>
              <a:gd name="csY3" fmla="*/ 35139 h 43219"/>
              <a:gd name="csX4" fmla="*/ 16514 w 43256"/>
              <a:gd name="csY4" fmla="*/ 38949 h 43219"/>
              <a:gd name="csX5" fmla="*/ 15846 w 43256"/>
              <a:gd name="csY5" fmla="*/ 37209 h 43219"/>
              <a:gd name="csX6" fmla="*/ 28863 w 43256"/>
              <a:gd name="csY6" fmla="*/ 34610 h 43219"/>
              <a:gd name="csX7" fmla="*/ 28596 w 43256"/>
              <a:gd name="csY7" fmla="*/ 36519 h 43219"/>
              <a:gd name="csX8" fmla="*/ 34165 w 43256"/>
              <a:gd name="csY8" fmla="*/ 22813 h 43219"/>
              <a:gd name="csX9" fmla="*/ 37416 w 43256"/>
              <a:gd name="csY9" fmla="*/ 29949 h 43219"/>
              <a:gd name="csX10" fmla="*/ 41834 w 43256"/>
              <a:gd name="csY10" fmla="*/ 15213 h 43219"/>
              <a:gd name="csX11" fmla="*/ 40386 w 43256"/>
              <a:gd name="csY11" fmla="*/ 17889 h 43219"/>
              <a:gd name="csX12" fmla="*/ 38360 w 43256"/>
              <a:gd name="csY12" fmla="*/ 5285 h 43219"/>
              <a:gd name="csX13" fmla="*/ 38436 w 43256"/>
              <a:gd name="csY13" fmla="*/ 6549 h 43219"/>
              <a:gd name="csX14" fmla="*/ 29114 w 43256"/>
              <a:gd name="csY14" fmla="*/ 3811 h 43219"/>
              <a:gd name="csX15" fmla="*/ 29856 w 43256"/>
              <a:gd name="csY15" fmla="*/ 2199 h 43219"/>
              <a:gd name="csX16" fmla="*/ 22177 w 43256"/>
              <a:gd name="csY16" fmla="*/ 4579 h 43219"/>
              <a:gd name="csX17" fmla="*/ 22536 w 43256"/>
              <a:gd name="csY17" fmla="*/ 3189 h 43219"/>
              <a:gd name="csX18" fmla="*/ 14036 w 43256"/>
              <a:gd name="csY18" fmla="*/ 5051 h 43219"/>
              <a:gd name="csX19" fmla="*/ 15336 w 43256"/>
              <a:gd name="csY19" fmla="*/ 6399 h 43219"/>
              <a:gd name="csX20" fmla="*/ 4163 w 43256"/>
              <a:gd name="csY20" fmla="*/ 15648 h 43219"/>
              <a:gd name="csX21" fmla="*/ 3936 w 43256"/>
              <a:gd name="csY21" fmla="*/ 14229 h 43219"/>
              <a:gd name="csX0" fmla="*/ 3936 w 43256"/>
              <a:gd name="csY0" fmla="*/ 14229 h 43219"/>
              <a:gd name="csX1" fmla="*/ 5659 w 43256"/>
              <a:gd name="csY1" fmla="*/ 6766 h 43219"/>
              <a:gd name="csX2" fmla="*/ 14041 w 43256"/>
              <a:gd name="csY2" fmla="*/ 5061 h 43219"/>
              <a:gd name="csX3" fmla="*/ 22492 w 43256"/>
              <a:gd name="csY3" fmla="*/ 3291 h 43219"/>
              <a:gd name="csX4" fmla="*/ 25785 w 43256"/>
              <a:gd name="csY4" fmla="*/ 59 h 43219"/>
              <a:gd name="csX5" fmla="*/ 29869 w 43256"/>
              <a:gd name="csY5" fmla="*/ 2340 h 43219"/>
              <a:gd name="csX6" fmla="*/ 35499 w 43256"/>
              <a:gd name="csY6" fmla="*/ 549 h 43219"/>
              <a:gd name="csX7" fmla="*/ 38354 w 43256"/>
              <a:gd name="csY7" fmla="*/ 5435 h 43219"/>
              <a:gd name="csX8" fmla="*/ 42018 w 43256"/>
              <a:gd name="csY8" fmla="*/ 10177 h 43219"/>
              <a:gd name="csX9" fmla="*/ 41854 w 43256"/>
              <a:gd name="csY9" fmla="*/ 15319 h 43219"/>
              <a:gd name="csX10" fmla="*/ 43052 w 43256"/>
              <a:gd name="csY10" fmla="*/ 23181 h 43219"/>
              <a:gd name="csX11" fmla="*/ 37440 w 43256"/>
              <a:gd name="csY11" fmla="*/ 30063 h 43219"/>
              <a:gd name="csX12" fmla="*/ 35431 w 43256"/>
              <a:gd name="csY12" fmla="*/ 35960 h 43219"/>
              <a:gd name="csX13" fmla="*/ 28591 w 43256"/>
              <a:gd name="csY13" fmla="*/ 36674 h 43219"/>
              <a:gd name="csX14" fmla="*/ 23703 w 43256"/>
              <a:gd name="csY14" fmla="*/ 42965 h 43219"/>
              <a:gd name="csX15" fmla="*/ 16516 w 43256"/>
              <a:gd name="csY15" fmla="*/ 39125 h 43219"/>
              <a:gd name="csX16" fmla="*/ 5840 w 43256"/>
              <a:gd name="csY16" fmla="*/ 35331 h 43219"/>
              <a:gd name="csX17" fmla="*/ 1146 w 43256"/>
              <a:gd name="csY17" fmla="*/ 31109 h 43219"/>
              <a:gd name="csX18" fmla="*/ 2149 w 43256"/>
              <a:gd name="csY18" fmla="*/ 25410 h 43219"/>
              <a:gd name="csX19" fmla="*/ 31 w 43256"/>
              <a:gd name="csY19" fmla="*/ 19563 h 43219"/>
              <a:gd name="csX20" fmla="*/ 3899 w 43256"/>
              <a:gd name="csY20" fmla="*/ 14366 h 43219"/>
              <a:gd name="csX21" fmla="*/ 3936 w 43256"/>
              <a:gd name="csY21" fmla="*/ 14229 h 43219"/>
              <a:gd name="csX0" fmla="*/ 562995 w 1910351"/>
              <a:gd name="csY0" fmla="*/ 1045112 h 1121088"/>
              <a:gd name="csX1" fmla="*/ 474717 w 1910351"/>
              <a:gd name="csY1" fmla="*/ 1042903 h 1121088"/>
              <a:gd name="csX2" fmla="*/ 548364 w 1910351"/>
              <a:gd name="csY2" fmla="*/ 1057018 h 1121088"/>
              <a:gd name="csX3" fmla="*/ 648548 w 1910351"/>
              <a:gd name="csY3" fmla="*/ 1035416 h 1121088"/>
              <a:gd name="csX4" fmla="*/ 562995 w 1910351"/>
              <a:gd name="csY4" fmla="*/ 1045112 h 1121088"/>
              <a:gd name="csX0" fmla="*/ 461038 w 1910351"/>
              <a:gd name="csY0" fmla="*/ 1044984 h 1121088"/>
              <a:gd name="csX1" fmla="*/ 665480 w 1910351"/>
              <a:gd name="csY1" fmla="*/ 1033423 h 1121088"/>
              <a:gd name="csX2" fmla="*/ 441298 w 1910351"/>
              <a:gd name="csY2" fmla="*/ 1037840 h 1121088"/>
              <a:gd name="csX3" fmla="*/ 622617 w 1910351"/>
              <a:gd name="csY3" fmla="*/ 1054164 h 1121088"/>
              <a:gd name="csX4" fmla="*/ 461038 w 1910351"/>
              <a:gd name="csY4" fmla="*/ 1044984 h 1121088"/>
              <a:gd name="csX0" fmla="*/ 644599 w 1910351"/>
              <a:gd name="csY0" fmla="*/ 1057386 h 1121088"/>
              <a:gd name="csX1" fmla="*/ 627414 w 1910351"/>
              <a:gd name="csY1" fmla="*/ 1034089 h 1121088"/>
              <a:gd name="csX2" fmla="*/ 559855 w 1910351"/>
              <a:gd name="csY2" fmla="*/ 1053230 h 1121088"/>
              <a:gd name="csX3" fmla="*/ 634042 w 1910351"/>
              <a:gd name="csY3" fmla="*/ 1043099 h 1121088"/>
              <a:gd name="csX4" fmla="*/ 632177 w 1910351"/>
              <a:gd name="csY4" fmla="*/ 1033057 h 1121088"/>
              <a:gd name="csX5" fmla="*/ 644599 w 1910351"/>
              <a:gd name="csY5" fmla="*/ 1057386 h 1121088"/>
              <a:gd name="csX0" fmla="*/ 4729 w 43256"/>
              <a:gd name="csY0" fmla="*/ 26036 h 43219"/>
              <a:gd name="csX1" fmla="*/ 2196 w 43256"/>
              <a:gd name="csY1" fmla="*/ 25239 h 43219"/>
              <a:gd name="csX2" fmla="*/ 6964 w 43256"/>
              <a:gd name="csY2" fmla="*/ 34758 h 43219"/>
              <a:gd name="csX3" fmla="*/ 5856 w 43256"/>
              <a:gd name="csY3" fmla="*/ 35139 h 43219"/>
              <a:gd name="csX4" fmla="*/ 16514 w 43256"/>
              <a:gd name="csY4" fmla="*/ 38949 h 43219"/>
              <a:gd name="csX5" fmla="*/ 15846 w 43256"/>
              <a:gd name="csY5" fmla="*/ 37209 h 43219"/>
              <a:gd name="csX6" fmla="*/ 28863 w 43256"/>
              <a:gd name="csY6" fmla="*/ 34610 h 43219"/>
              <a:gd name="csX7" fmla="*/ 28596 w 43256"/>
              <a:gd name="csY7" fmla="*/ 36519 h 43219"/>
              <a:gd name="csX8" fmla="*/ 34165 w 43256"/>
              <a:gd name="csY8" fmla="*/ 22813 h 43219"/>
              <a:gd name="csX9" fmla="*/ 37416 w 43256"/>
              <a:gd name="csY9" fmla="*/ 29949 h 43219"/>
              <a:gd name="csX10" fmla="*/ 41834 w 43256"/>
              <a:gd name="csY10" fmla="*/ 15213 h 43219"/>
              <a:gd name="csX11" fmla="*/ 40386 w 43256"/>
              <a:gd name="csY11" fmla="*/ 17889 h 43219"/>
              <a:gd name="csX12" fmla="*/ 38360 w 43256"/>
              <a:gd name="csY12" fmla="*/ 5285 h 43219"/>
              <a:gd name="csX13" fmla="*/ 38436 w 43256"/>
              <a:gd name="csY13" fmla="*/ 6549 h 43219"/>
              <a:gd name="csX14" fmla="*/ 29114 w 43256"/>
              <a:gd name="csY14" fmla="*/ 3811 h 43219"/>
              <a:gd name="csX15" fmla="*/ 29856 w 43256"/>
              <a:gd name="csY15" fmla="*/ 2199 h 43219"/>
              <a:gd name="csX16" fmla="*/ 22177 w 43256"/>
              <a:gd name="csY16" fmla="*/ 4579 h 43219"/>
              <a:gd name="csX17" fmla="*/ 22536 w 43256"/>
              <a:gd name="csY17" fmla="*/ 3189 h 43219"/>
              <a:gd name="csX18" fmla="*/ 14036 w 43256"/>
              <a:gd name="csY18" fmla="*/ 5051 h 43219"/>
              <a:gd name="csX19" fmla="*/ 15336 w 43256"/>
              <a:gd name="csY19" fmla="*/ 6399 h 43219"/>
              <a:gd name="csX20" fmla="*/ 4163 w 43256"/>
              <a:gd name="csY20" fmla="*/ 15648 h 43219"/>
              <a:gd name="csX21" fmla="*/ 3936 w 43256"/>
              <a:gd name="csY21" fmla="*/ 14229 h 432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3256" h="43219">
                <a:moveTo>
                  <a:pt x="3936" y="14229"/>
                </a:moveTo>
                <a:cubicBezTo>
                  <a:pt x="3665" y="11516"/>
                  <a:pt x="4297" y="8780"/>
                  <a:pt x="5659" y="6766"/>
                </a:cubicBezTo>
                <a:cubicBezTo>
                  <a:pt x="7811" y="3585"/>
                  <a:pt x="11300" y="2876"/>
                  <a:pt x="14041" y="5061"/>
                </a:cubicBezTo>
                <a:cubicBezTo>
                  <a:pt x="15714" y="768"/>
                  <a:pt x="19950" y="-119"/>
                  <a:pt x="22492" y="3291"/>
                </a:cubicBezTo>
                <a:cubicBezTo>
                  <a:pt x="23133" y="1542"/>
                  <a:pt x="24364" y="333"/>
                  <a:pt x="25785" y="59"/>
                </a:cubicBezTo>
                <a:cubicBezTo>
                  <a:pt x="27349" y="-243"/>
                  <a:pt x="28911" y="629"/>
                  <a:pt x="29869" y="2340"/>
                </a:cubicBezTo>
                <a:cubicBezTo>
                  <a:pt x="31251" y="126"/>
                  <a:pt x="33537" y="-601"/>
                  <a:pt x="35499" y="549"/>
                </a:cubicBezTo>
                <a:cubicBezTo>
                  <a:pt x="36994" y="1425"/>
                  <a:pt x="38066" y="3259"/>
                  <a:pt x="38354" y="5435"/>
                </a:cubicBezTo>
                <a:cubicBezTo>
                  <a:pt x="40082" y="6077"/>
                  <a:pt x="41458" y="7857"/>
                  <a:pt x="42018" y="10177"/>
                </a:cubicBezTo>
                <a:cubicBezTo>
                  <a:pt x="42425" y="11861"/>
                  <a:pt x="42367" y="13690"/>
                  <a:pt x="41854" y="15319"/>
                </a:cubicBezTo>
                <a:cubicBezTo>
                  <a:pt x="43115" y="17553"/>
                  <a:pt x="43556" y="20449"/>
                  <a:pt x="43052" y="23181"/>
                </a:cubicBezTo>
                <a:cubicBezTo>
                  <a:pt x="42382" y="26813"/>
                  <a:pt x="40164" y="29533"/>
                  <a:pt x="37440" y="30063"/>
                </a:cubicBezTo>
                <a:cubicBezTo>
                  <a:pt x="37427" y="32330"/>
                  <a:pt x="36694" y="34480"/>
                  <a:pt x="35431" y="35960"/>
                </a:cubicBezTo>
                <a:cubicBezTo>
                  <a:pt x="33512" y="38209"/>
                  <a:pt x="30740" y="38498"/>
                  <a:pt x="28591" y="36674"/>
                </a:cubicBezTo>
                <a:cubicBezTo>
                  <a:pt x="27896" y="39807"/>
                  <a:pt x="26035" y="42202"/>
                  <a:pt x="23703" y="42965"/>
                </a:cubicBezTo>
                <a:cubicBezTo>
                  <a:pt x="20955" y="43864"/>
                  <a:pt x="18087" y="42332"/>
                  <a:pt x="16516" y="39125"/>
                </a:cubicBezTo>
                <a:cubicBezTo>
                  <a:pt x="12808" y="42169"/>
                  <a:pt x="7992" y="40458"/>
                  <a:pt x="5840" y="35331"/>
                </a:cubicBezTo>
                <a:cubicBezTo>
                  <a:pt x="3726" y="35668"/>
                  <a:pt x="1741" y="33883"/>
                  <a:pt x="1146" y="31109"/>
                </a:cubicBezTo>
                <a:cubicBezTo>
                  <a:pt x="715" y="29102"/>
                  <a:pt x="1096" y="26936"/>
                  <a:pt x="2149" y="25410"/>
                </a:cubicBezTo>
                <a:cubicBezTo>
                  <a:pt x="655" y="24213"/>
                  <a:pt x="-177" y="21916"/>
                  <a:pt x="31" y="19563"/>
                </a:cubicBezTo>
                <a:cubicBezTo>
                  <a:pt x="275" y="16808"/>
                  <a:pt x="1881" y="14650"/>
                  <a:pt x="3899" y="14366"/>
                </a:cubicBezTo>
                <a:cubicBezTo>
                  <a:pt x="3911" y="14320"/>
                  <a:pt x="3924" y="14275"/>
                  <a:pt x="3936" y="14229"/>
                </a:cubicBezTo>
                <a:close/>
              </a:path>
              <a:path w="1910351" h="1121088">
                <a:moveTo>
                  <a:pt x="562995" y="1045112"/>
                </a:moveTo>
                <a:cubicBezTo>
                  <a:pt x="534023" y="1046360"/>
                  <a:pt x="477155" y="1040919"/>
                  <a:pt x="474717" y="1042903"/>
                </a:cubicBezTo>
                <a:cubicBezTo>
                  <a:pt x="472279" y="1044887"/>
                  <a:pt x="548364" y="1074210"/>
                  <a:pt x="548364" y="1057018"/>
                </a:cubicBezTo>
                <a:cubicBezTo>
                  <a:pt x="548364" y="1039826"/>
                  <a:pt x="646110" y="1037400"/>
                  <a:pt x="648548" y="1035416"/>
                </a:cubicBezTo>
                <a:cubicBezTo>
                  <a:pt x="650986" y="1033432"/>
                  <a:pt x="591967" y="1043864"/>
                  <a:pt x="562995" y="1045112"/>
                </a:cubicBezTo>
                <a:close/>
              </a:path>
              <a:path w="1910351" h="1121088">
                <a:moveTo>
                  <a:pt x="461038" y="1044984"/>
                </a:moveTo>
                <a:cubicBezTo>
                  <a:pt x="468182" y="1041527"/>
                  <a:pt x="668770" y="1034614"/>
                  <a:pt x="665480" y="1033423"/>
                </a:cubicBezTo>
                <a:cubicBezTo>
                  <a:pt x="662190" y="1032232"/>
                  <a:pt x="441298" y="1072224"/>
                  <a:pt x="441298" y="1037840"/>
                </a:cubicBezTo>
                <a:cubicBezTo>
                  <a:pt x="441298" y="1003456"/>
                  <a:pt x="619327" y="1052973"/>
                  <a:pt x="622617" y="1054164"/>
                </a:cubicBezTo>
                <a:cubicBezTo>
                  <a:pt x="625907" y="1055355"/>
                  <a:pt x="453894" y="1048441"/>
                  <a:pt x="461038" y="1044984"/>
                </a:cubicBezTo>
                <a:close/>
              </a:path>
              <a:path w="1910351" h="1121088">
                <a:moveTo>
                  <a:pt x="644599" y="1057386"/>
                </a:moveTo>
                <a:cubicBezTo>
                  <a:pt x="643805" y="1057558"/>
                  <a:pt x="641538" y="1034782"/>
                  <a:pt x="627414" y="1034089"/>
                </a:cubicBezTo>
                <a:cubicBezTo>
                  <a:pt x="613290" y="1033396"/>
                  <a:pt x="558750" y="1051728"/>
                  <a:pt x="559855" y="1053230"/>
                </a:cubicBezTo>
                <a:cubicBezTo>
                  <a:pt x="560960" y="1054732"/>
                  <a:pt x="634291" y="1047652"/>
                  <a:pt x="634042" y="1043099"/>
                </a:cubicBezTo>
                <a:cubicBezTo>
                  <a:pt x="633793" y="1038546"/>
                  <a:pt x="630418" y="1030676"/>
                  <a:pt x="632177" y="1033057"/>
                </a:cubicBezTo>
                <a:cubicBezTo>
                  <a:pt x="633937" y="1035438"/>
                  <a:pt x="645393" y="1057214"/>
                  <a:pt x="644599" y="1057386"/>
                </a:cubicBezTo>
                <a:close/>
              </a:path>
              <a:path w="43256" h="43219" fill="none" extrusionOk="0">
                <a:moveTo>
                  <a:pt x="4729" y="26036"/>
                </a:moveTo>
                <a:cubicBezTo>
                  <a:pt x="3845" y="26130"/>
                  <a:pt x="2961" y="25852"/>
                  <a:pt x="2196" y="25239"/>
                </a:cubicBezTo>
                <a:moveTo>
                  <a:pt x="6964" y="34758"/>
                </a:moveTo>
                <a:cubicBezTo>
                  <a:pt x="6609" y="34951"/>
                  <a:pt x="6236" y="35079"/>
                  <a:pt x="5856" y="35139"/>
                </a:cubicBezTo>
                <a:moveTo>
                  <a:pt x="16514" y="38949"/>
                </a:moveTo>
                <a:cubicBezTo>
                  <a:pt x="16247" y="38403"/>
                  <a:pt x="16023" y="37820"/>
                  <a:pt x="15846" y="37209"/>
                </a:cubicBezTo>
                <a:moveTo>
                  <a:pt x="28863" y="34610"/>
                </a:moveTo>
                <a:cubicBezTo>
                  <a:pt x="28824" y="35257"/>
                  <a:pt x="28734" y="35897"/>
                  <a:pt x="28596" y="36519"/>
                </a:cubicBezTo>
                <a:moveTo>
                  <a:pt x="34165" y="22813"/>
                </a:moveTo>
                <a:cubicBezTo>
                  <a:pt x="36169" y="24141"/>
                  <a:pt x="37434" y="26917"/>
                  <a:pt x="37416" y="29949"/>
                </a:cubicBezTo>
                <a:moveTo>
                  <a:pt x="41834" y="15213"/>
                </a:moveTo>
                <a:cubicBezTo>
                  <a:pt x="41509" y="16245"/>
                  <a:pt x="41014" y="17161"/>
                  <a:pt x="40386" y="17889"/>
                </a:cubicBezTo>
                <a:moveTo>
                  <a:pt x="38360" y="5285"/>
                </a:moveTo>
                <a:cubicBezTo>
                  <a:pt x="38415" y="5702"/>
                  <a:pt x="38441" y="6125"/>
                  <a:pt x="38436" y="6549"/>
                </a:cubicBezTo>
                <a:moveTo>
                  <a:pt x="29114" y="3811"/>
                </a:moveTo>
                <a:cubicBezTo>
                  <a:pt x="29303" y="3228"/>
                  <a:pt x="29552" y="2685"/>
                  <a:pt x="29856" y="2199"/>
                </a:cubicBezTo>
                <a:moveTo>
                  <a:pt x="22177" y="4579"/>
                </a:moveTo>
                <a:cubicBezTo>
                  <a:pt x="22254" y="4097"/>
                  <a:pt x="22375" y="3630"/>
                  <a:pt x="22536" y="3189"/>
                </a:cubicBezTo>
                <a:moveTo>
                  <a:pt x="14036" y="5051"/>
                </a:moveTo>
                <a:cubicBezTo>
                  <a:pt x="14508" y="5427"/>
                  <a:pt x="14944" y="5880"/>
                  <a:pt x="15336" y="6399"/>
                </a:cubicBezTo>
                <a:moveTo>
                  <a:pt x="4163" y="15648"/>
                </a:moveTo>
                <a:cubicBezTo>
                  <a:pt x="4060" y="15184"/>
                  <a:pt x="3984" y="14710"/>
                  <a:pt x="3936" y="14229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Channel</a:t>
            </a:r>
          </a:p>
        </p:txBody>
      </p:sp>
      <p:cxnSp>
        <p:nvCxnSpPr>
          <p:cNvPr id="40" name="Connector: Curved 39">
            <a:extLst>
              <a:ext uri="{FF2B5EF4-FFF2-40B4-BE49-F238E27FC236}">
                <a16:creationId xmlns:a16="http://schemas.microsoft.com/office/drawing/2014/main" id="{059DF101-545F-9790-CB58-2C84F3F0A60C}"/>
              </a:ext>
            </a:extLst>
          </p:cNvPr>
          <p:cNvCxnSpPr>
            <a:cxnSpLocks/>
          </p:cNvCxnSpPr>
          <p:nvPr/>
        </p:nvCxnSpPr>
        <p:spPr>
          <a:xfrm>
            <a:off x="8439150" y="1862006"/>
            <a:ext cx="905757" cy="560312"/>
          </a:xfrm>
          <a:prstGeom prst="curvedConnector3">
            <a:avLst>
              <a:gd name="adj1" fmla="val 68929"/>
            </a:avLst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Curved 47">
            <a:extLst>
              <a:ext uri="{FF2B5EF4-FFF2-40B4-BE49-F238E27FC236}">
                <a16:creationId xmlns:a16="http://schemas.microsoft.com/office/drawing/2014/main" id="{FF984F71-1E25-F11D-94F9-454440720ACD}"/>
              </a:ext>
            </a:extLst>
          </p:cNvPr>
          <p:cNvCxnSpPr>
            <a:cxnSpLocks/>
          </p:cNvCxnSpPr>
          <p:nvPr/>
        </p:nvCxnSpPr>
        <p:spPr>
          <a:xfrm rot="10800000" flipV="1">
            <a:off x="8681189" y="4041126"/>
            <a:ext cx="905757" cy="536809"/>
          </a:xfrm>
          <a:prstGeom prst="curvedConnector3">
            <a:avLst>
              <a:gd name="adj1" fmla="val 50000"/>
            </a:avLst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34097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hlinkClick r:id="rId3" action="ppaction://hlinksldjump"/>
            <a:extLst>
              <a:ext uri="{FF2B5EF4-FFF2-40B4-BE49-F238E27FC236}">
                <a16:creationId xmlns:a16="http://schemas.microsoft.com/office/drawing/2014/main" id="{5CA24B1B-51C4-2209-442C-CC409A0AC272}"/>
              </a:ext>
            </a:extLst>
          </p:cNvPr>
          <p:cNvSpPr/>
          <p:nvPr/>
        </p:nvSpPr>
        <p:spPr>
          <a:xfrm>
            <a:off x="3243289" y="3589291"/>
            <a:ext cx="2068828" cy="20935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hlinkClick r:id="rId4" action="ppaction://hlinksldjump"/>
            <a:extLst>
              <a:ext uri="{FF2B5EF4-FFF2-40B4-BE49-F238E27FC236}">
                <a16:creationId xmlns:a16="http://schemas.microsoft.com/office/drawing/2014/main" id="{F2757085-0F9E-A9D9-4853-BAE180779035}"/>
              </a:ext>
            </a:extLst>
          </p:cNvPr>
          <p:cNvSpPr/>
          <p:nvPr/>
        </p:nvSpPr>
        <p:spPr>
          <a:xfrm>
            <a:off x="3232581" y="1005059"/>
            <a:ext cx="2068828" cy="20935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35D82D-E298-8213-533D-43764A74C316}"/>
              </a:ext>
            </a:extLst>
          </p:cNvPr>
          <p:cNvSpPr txBox="1"/>
          <p:nvPr/>
        </p:nvSpPr>
        <p:spPr>
          <a:xfrm>
            <a:off x="4596775" y="137486"/>
            <a:ext cx="29984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Enc - Dec diagram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2321F9-5F0D-7EC3-BC0A-294C945EFB8B}"/>
              </a:ext>
            </a:extLst>
          </p:cNvPr>
          <p:cNvSpPr/>
          <p:nvPr/>
        </p:nvSpPr>
        <p:spPr>
          <a:xfrm>
            <a:off x="3232581" y="1005059"/>
            <a:ext cx="2068830" cy="207420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3B54D9-936A-5D4E-0DA3-3FE4C7F126C5}"/>
              </a:ext>
            </a:extLst>
          </p:cNvPr>
          <p:cNvSpPr txBox="1"/>
          <p:nvPr/>
        </p:nvSpPr>
        <p:spPr>
          <a:xfrm>
            <a:off x="3333168" y="1780550"/>
            <a:ext cx="1857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Encryption</a:t>
            </a:r>
            <a:endParaRPr lang="en-US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19B95E2-90C5-923B-C3D9-5A44F178FEA5}"/>
              </a:ext>
            </a:extLst>
          </p:cNvPr>
          <p:cNvCxnSpPr>
            <a:cxnSpLocks/>
          </p:cNvCxnSpPr>
          <p:nvPr/>
        </p:nvCxnSpPr>
        <p:spPr>
          <a:xfrm>
            <a:off x="1447517" y="2219961"/>
            <a:ext cx="1785064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779A756-B871-79C1-6738-3647785CAE0A}"/>
              </a:ext>
            </a:extLst>
          </p:cNvPr>
          <p:cNvSpPr txBox="1"/>
          <p:nvPr/>
        </p:nvSpPr>
        <p:spPr>
          <a:xfrm>
            <a:off x="947727" y="2008648"/>
            <a:ext cx="424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PT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7C95D95-A434-3782-33B9-E9C06157733E}"/>
              </a:ext>
            </a:extLst>
          </p:cNvPr>
          <p:cNvCxnSpPr>
            <a:cxnSpLocks/>
          </p:cNvCxnSpPr>
          <p:nvPr/>
        </p:nvCxnSpPr>
        <p:spPr>
          <a:xfrm flipH="1">
            <a:off x="2253599" y="2159098"/>
            <a:ext cx="128825" cy="1139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20B67FC-12B0-9892-E497-58DEACF93BD2}"/>
              </a:ext>
            </a:extLst>
          </p:cNvPr>
          <p:cNvSpPr txBox="1"/>
          <p:nvPr/>
        </p:nvSpPr>
        <p:spPr>
          <a:xfrm>
            <a:off x="2024499" y="1857194"/>
            <a:ext cx="587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dirty="0"/>
              <a:t>128</a:t>
            </a:r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BBEB8F4-3B58-089A-B72E-40E2A54A13F1}"/>
              </a:ext>
            </a:extLst>
          </p:cNvPr>
          <p:cNvSpPr/>
          <p:nvPr/>
        </p:nvSpPr>
        <p:spPr>
          <a:xfrm>
            <a:off x="3243289" y="3589291"/>
            <a:ext cx="2068830" cy="207420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8D74DE4-1AF4-50DD-A931-7E94D6404F30}"/>
              </a:ext>
            </a:extLst>
          </p:cNvPr>
          <p:cNvSpPr txBox="1"/>
          <p:nvPr/>
        </p:nvSpPr>
        <p:spPr>
          <a:xfrm>
            <a:off x="7182497" y="4426948"/>
            <a:ext cx="424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7699EED-5BB3-A69D-1BB4-E2A602BE7FE3}"/>
              </a:ext>
            </a:extLst>
          </p:cNvPr>
          <p:cNvSpPr txBox="1"/>
          <p:nvPr/>
        </p:nvSpPr>
        <p:spPr>
          <a:xfrm>
            <a:off x="3343876" y="4364782"/>
            <a:ext cx="1895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Decryption</a:t>
            </a:r>
            <a:endParaRPr 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A3551D-E303-1FC0-DB20-AA35EBA38C3F}"/>
              </a:ext>
            </a:extLst>
          </p:cNvPr>
          <p:cNvSpPr txBox="1"/>
          <p:nvPr/>
        </p:nvSpPr>
        <p:spPr>
          <a:xfrm>
            <a:off x="7126113" y="1834737"/>
            <a:ext cx="451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7BA7CA5-9324-4AD3-88D6-F2CE657CFB8B}"/>
              </a:ext>
            </a:extLst>
          </p:cNvPr>
          <p:cNvCxnSpPr>
            <a:cxnSpLocks/>
          </p:cNvCxnSpPr>
          <p:nvPr/>
        </p:nvCxnSpPr>
        <p:spPr>
          <a:xfrm>
            <a:off x="5312117" y="2065021"/>
            <a:ext cx="1785064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02B98EC-94E7-3637-9775-F23F1BEA062E}"/>
              </a:ext>
            </a:extLst>
          </p:cNvPr>
          <p:cNvCxnSpPr>
            <a:cxnSpLocks/>
          </p:cNvCxnSpPr>
          <p:nvPr/>
        </p:nvCxnSpPr>
        <p:spPr>
          <a:xfrm flipH="1">
            <a:off x="6118199" y="2004158"/>
            <a:ext cx="128825" cy="1139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7564BBD-3806-8AB7-1958-A181BFB771AA}"/>
              </a:ext>
            </a:extLst>
          </p:cNvPr>
          <p:cNvSpPr txBox="1"/>
          <p:nvPr/>
        </p:nvSpPr>
        <p:spPr>
          <a:xfrm>
            <a:off x="5889099" y="1702254"/>
            <a:ext cx="587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dirty="0"/>
              <a:t>128</a:t>
            </a:r>
            <a:endParaRPr lang="en-US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B52B467-8CB1-78A7-D47B-C2DDF717D0E0}"/>
              </a:ext>
            </a:extLst>
          </p:cNvPr>
          <p:cNvCxnSpPr>
            <a:cxnSpLocks/>
          </p:cNvCxnSpPr>
          <p:nvPr/>
        </p:nvCxnSpPr>
        <p:spPr>
          <a:xfrm>
            <a:off x="5336366" y="4630053"/>
            <a:ext cx="1785064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E31CB81-32F2-F097-F1B0-2A36C2845BDC}"/>
              </a:ext>
            </a:extLst>
          </p:cNvPr>
          <p:cNvCxnSpPr>
            <a:cxnSpLocks/>
          </p:cNvCxnSpPr>
          <p:nvPr/>
        </p:nvCxnSpPr>
        <p:spPr>
          <a:xfrm flipH="1">
            <a:off x="6142448" y="4569190"/>
            <a:ext cx="128825" cy="1139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5A8C2B1-9C10-1545-6F88-9985CC1C76CB}"/>
              </a:ext>
            </a:extLst>
          </p:cNvPr>
          <p:cNvSpPr txBox="1"/>
          <p:nvPr/>
        </p:nvSpPr>
        <p:spPr>
          <a:xfrm>
            <a:off x="5913348" y="4267286"/>
            <a:ext cx="587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dirty="0"/>
              <a:t>128</a:t>
            </a:r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981747C-83D5-1A1C-8000-FA899D7F031B}"/>
              </a:ext>
            </a:extLst>
          </p:cNvPr>
          <p:cNvSpPr txBox="1"/>
          <p:nvPr/>
        </p:nvSpPr>
        <p:spPr>
          <a:xfrm>
            <a:off x="825311" y="2432860"/>
            <a:ext cx="568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KEY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32673EE-F973-303C-F009-A74F048E3EAC}"/>
              </a:ext>
            </a:extLst>
          </p:cNvPr>
          <p:cNvCxnSpPr>
            <a:cxnSpLocks/>
          </p:cNvCxnSpPr>
          <p:nvPr/>
        </p:nvCxnSpPr>
        <p:spPr>
          <a:xfrm flipV="1">
            <a:off x="1476168" y="2636185"/>
            <a:ext cx="1753397" cy="1822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F65DBDB-2BB2-600A-34A1-A554FFD3B61E}"/>
              </a:ext>
            </a:extLst>
          </p:cNvPr>
          <p:cNvCxnSpPr>
            <a:cxnSpLocks/>
          </p:cNvCxnSpPr>
          <p:nvPr/>
        </p:nvCxnSpPr>
        <p:spPr>
          <a:xfrm flipH="1">
            <a:off x="2282250" y="2582224"/>
            <a:ext cx="128825" cy="1139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4046826-A7F2-0AB6-B15F-CC5D9591993C}"/>
              </a:ext>
            </a:extLst>
          </p:cNvPr>
          <p:cNvSpPr txBox="1"/>
          <p:nvPr/>
        </p:nvSpPr>
        <p:spPr>
          <a:xfrm>
            <a:off x="2053150" y="2275240"/>
            <a:ext cx="587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dirty="0"/>
              <a:t>128</a:t>
            </a:r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82744E9-7AF5-454F-C084-121B3458FB6C}"/>
              </a:ext>
            </a:extLst>
          </p:cNvPr>
          <p:cNvSpPr txBox="1"/>
          <p:nvPr/>
        </p:nvSpPr>
        <p:spPr>
          <a:xfrm>
            <a:off x="746329" y="1511067"/>
            <a:ext cx="636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nRst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C51E4CA-C87A-A072-18B2-2FAE25CAD09F}"/>
              </a:ext>
            </a:extLst>
          </p:cNvPr>
          <p:cNvCxnSpPr>
            <a:cxnSpLocks/>
          </p:cNvCxnSpPr>
          <p:nvPr/>
        </p:nvCxnSpPr>
        <p:spPr>
          <a:xfrm flipV="1">
            <a:off x="1489892" y="1747838"/>
            <a:ext cx="1753397" cy="18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17D781A0-AAEB-1359-1A3F-E0B7B01E6C77}"/>
              </a:ext>
            </a:extLst>
          </p:cNvPr>
          <p:cNvSpPr txBox="1"/>
          <p:nvPr/>
        </p:nvSpPr>
        <p:spPr>
          <a:xfrm>
            <a:off x="326696" y="1163070"/>
            <a:ext cx="1017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Fsm_en</a:t>
            </a:r>
            <a:endParaRPr lang="en-US" dirty="0"/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65534AC1-9D74-D4B9-83C0-BFC1EC09AA9D}"/>
              </a:ext>
            </a:extLst>
          </p:cNvPr>
          <p:cNvCxnSpPr>
            <a:cxnSpLocks/>
          </p:cNvCxnSpPr>
          <p:nvPr/>
        </p:nvCxnSpPr>
        <p:spPr>
          <a:xfrm flipV="1">
            <a:off x="1468478" y="1378019"/>
            <a:ext cx="1753397" cy="18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195BAF91-C930-6377-5A58-FA2E8737DE9F}"/>
              </a:ext>
            </a:extLst>
          </p:cNvPr>
          <p:cNvSpPr txBox="1"/>
          <p:nvPr/>
        </p:nvSpPr>
        <p:spPr>
          <a:xfrm>
            <a:off x="7142799" y="3723482"/>
            <a:ext cx="655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valid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0F4EE70D-89C8-EE76-D781-6700D4FFA079}"/>
              </a:ext>
            </a:extLst>
          </p:cNvPr>
          <p:cNvCxnSpPr>
            <a:cxnSpLocks/>
          </p:cNvCxnSpPr>
          <p:nvPr/>
        </p:nvCxnSpPr>
        <p:spPr>
          <a:xfrm flipV="1">
            <a:off x="5337271" y="3899415"/>
            <a:ext cx="1753397" cy="18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0C22A77B-A778-DCF1-23B7-4A83E3BCFF7A}"/>
              </a:ext>
            </a:extLst>
          </p:cNvPr>
          <p:cNvSpPr txBox="1"/>
          <p:nvPr/>
        </p:nvSpPr>
        <p:spPr>
          <a:xfrm>
            <a:off x="7141894" y="1174588"/>
            <a:ext cx="655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valid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A697CC23-949F-7B03-7232-234E59CC826F}"/>
              </a:ext>
            </a:extLst>
          </p:cNvPr>
          <p:cNvCxnSpPr>
            <a:cxnSpLocks/>
          </p:cNvCxnSpPr>
          <p:nvPr/>
        </p:nvCxnSpPr>
        <p:spPr>
          <a:xfrm flipV="1">
            <a:off x="5336366" y="1350521"/>
            <a:ext cx="1753397" cy="18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4" name="Table 103">
            <a:extLst>
              <a:ext uri="{FF2B5EF4-FFF2-40B4-BE49-F238E27FC236}">
                <a16:creationId xmlns:a16="http://schemas.microsoft.com/office/drawing/2014/main" id="{623196EA-A390-5D21-7B80-81569DF789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787353"/>
              </p:ext>
            </p:extLst>
          </p:nvPr>
        </p:nvGraphicFramePr>
        <p:xfrm>
          <a:off x="8008405" y="465490"/>
          <a:ext cx="4027911" cy="5869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842">
                  <a:extLst>
                    <a:ext uri="{9D8B030D-6E8A-4147-A177-3AD203B41FA5}">
                      <a16:colId xmlns:a16="http://schemas.microsoft.com/office/drawing/2014/main" val="20813966"/>
                    </a:ext>
                  </a:extLst>
                </a:gridCol>
                <a:gridCol w="3011069">
                  <a:extLst>
                    <a:ext uri="{9D8B030D-6E8A-4147-A177-3AD203B41FA5}">
                      <a16:colId xmlns:a16="http://schemas.microsoft.com/office/drawing/2014/main" val="1236942386"/>
                    </a:ext>
                  </a:extLst>
                </a:gridCol>
              </a:tblGrid>
              <a:tr h="652166">
                <a:tc>
                  <a:txBody>
                    <a:bodyPr/>
                    <a:lstStyle/>
                    <a:p>
                      <a:r>
                        <a:rPr lang="en-US" dirty="0"/>
                        <a:t>Pin name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2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Function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23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979851"/>
                  </a:ext>
                </a:extLst>
              </a:tr>
              <a:tr h="652166"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enable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Enable signal added to tell data is correct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4037435"/>
                  </a:ext>
                </a:extLst>
              </a:tr>
              <a:tr h="65216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Fsm_en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Enable signal for the FSM to start the key generation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610040"/>
                  </a:ext>
                </a:extLst>
              </a:tr>
              <a:tr h="65216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nRst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Active low asynchronous reset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679742"/>
                  </a:ext>
                </a:extLst>
              </a:tr>
              <a:tr h="65216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Plain text sent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1700125"/>
                  </a:ext>
                </a:extLst>
              </a:tr>
              <a:tr h="65216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KEY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The key to be used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0907028"/>
                  </a:ext>
                </a:extLst>
              </a:tr>
              <a:tr h="65216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clk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Clock 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533147"/>
                  </a:ext>
                </a:extLst>
              </a:tr>
              <a:tr h="65216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valid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Valid signal to tell that the data sent are valid 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4776281"/>
                  </a:ext>
                </a:extLst>
              </a:tr>
              <a:tr h="65216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Cipher text received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1517254"/>
                  </a:ext>
                </a:extLst>
              </a:tr>
            </a:tbl>
          </a:graphicData>
        </a:graphic>
      </p:graphicFrame>
      <p:sp>
        <p:nvSpPr>
          <p:cNvPr id="107" name="TextBox 106">
            <a:extLst>
              <a:ext uri="{FF2B5EF4-FFF2-40B4-BE49-F238E27FC236}">
                <a16:creationId xmlns:a16="http://schemas.microsoft.com/office/drawing/2014/main" id="{BAA7F82A-9FAE-5BEE-9633-2EFB33DD8093}"/>
              </a:ext>
            </a:extLst>
          </p:cNvPr>
          <p:cNvSpPr txBox="1"/>
          <p:nvPr/>
        </p:nvSpPr>
        <p:spPr>
          <a:xfrm>
            <a:off x="825311" y="2802192"/>
            <a:ext cx="518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clk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33B85B96-223A-3283-B381-C471A3DDF440}"/>
              </a:ext>
            </a:extLst>
          </p:cNvPr>
          <p:cNvCxnSpPr>
            <a:cxnSpLocks/>
          </p:cNvCxnSpPr>
          <p:nvPr/>
        </p:nvCxnSpPr>
        <p:spPr>
          <a:xfrm flipV="1">
            <a:off x="1462437" y="3014555"/>
            <a:ext cx="1753397" cy="18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905FCBE5-261E-82E2-3D56-590FFE816D59}"/>
              </a:ext>
            </a:extLst>
          </p:cNvPr>
          <p:cNvSpPr txBox="1"/>
          <p:nvPr/>
        </p:nvSpPr>
        <p:spPr>
          <a:xfrm>
            <a:off x="534390" y="852311"/>
            <a:ext cx="861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enable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0EEC5416-549F-628A-8004-2F988AECD2BC}"/>
              </a:ext>
            </a:extLst>
          </p:cNvPr>
          <p:cNvCxnSpPr>
            <a:cxnSpLocks/>
          </p:cNvCxnSpPr>
          <p:nvPr/>
        </p:nvCxnSpPr>
        <p:spPr>
          <a:xfrm flipV="1">
            <a:off x="1473186" y="1047891"/>
            <a:ext cx="1753397" cy="18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4A4D1B5F-4062-C253-AFB1-310E517147C8}"/>
              </a:ext>
            </a:extLst>
          </p:cNvPr>
          <p:cNvCxnSpPr>
            <a:cxnSpLocks/>
          </p:cNvCxnSpPr>
          <p:nvPr/>
        </p:nvCxnSpPr>
        <p:spPr>
          <a:xfrm>
            <a:off x="1445297" y="4813908"/>
            <a:ext cx="1785064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2659FF9F-3467-878A-90A4-5F36E3E076B5}"/>
              </a:ext>
            </a:extLst>
          </p:cNvPr>
          <p:cNvSpPr txBox="1"/>
          <p:nvPr/>
        </p:nvSpPr>
        <p:spPr>
          <a:xfrm>
            <a:off x="868613" y="4602595"/>
            <a:ext cx="501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CT</a:t>
            </a: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FB975DE4-0958-15A1-5E5F-8E3F4FBB2EF2}"/>
              </a:ext>
            </a:extLst>
          </p:cNvPr>
          <p:cNvCxnSpPr>
            <a:cxnSpLocks/>
          </p:cNvCxnSpPr>
          <p:nvPr/>
        </p:nvCxnSpPr>
        <p:spPr>
          <a:xfrm flipH="1">
            <a:off x="2251379" y="4753045"/>
            <a:ext cx="128825" cy="1139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26B03BC6-1D64-E40C-D542-3D007898B120}"/>
              </a:ext>
            </a:extLst>
          </p:cNvPr>
          <p:cNvSpPr txBox="1"/>
          <p:nvPr/>
        </p:nvSpPr>
        <p:spPr>
          <a:xfrm>
            <a:off x="2022279" y="4451141"/>
            <a:ext cx="587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dirty="0"/>
              <a:t>128</a:t>
            </a:r>
            <a:endParaRPr lang="en-US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22AF135A-33B4-0717-9681-E6BD4EFDEA6B}"/>
              </a:ext>
            </a:extLst>
          </p:cNvPr>
          <p:cNvSpPr txBox="1"/>
          <p:nvPr/>
        </p:nvSpPr>
        <p:spPr>
          <a:xfrm>
            <a:off x="823091" y="5026807"/>
            <a:ext cx="568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KEY</a:t>
            </a: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E5D8D7C8-0B4C-6E54-3263-8B517E7406D0}"/>
              </a:ext>
            </a:extLst>
          </p:cNvPr>
          <p:cNvCxnSpPr>
            <a:cxnSpLocks/>
          </p:cNvCxnSpPr>
          <p:nvPr/>
        </p:nvCxnSpPr>
        <p:spPr>
          <a:xfrm flipV="1">
            <a:off x="1473948" y="5230132"/>
            <a:ext cx="1753397" cy="1822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913FE700-6F27-59E3-ABC8-05C1C714DB21}"/>
              </a:ext>
            </a:extLst>
          </p:cNvPr>
          <p:cNvCxnSpPr>
            <a:cxnSpLocks/>
          </p:cNvCxnSpPr>
          <p:nvPr/>
        </p:nvCxnSpPr>
        <p:spPr>
          <a:xfrm flipH="1">
            <a:off x="2280030" y="5176171"/>
            <a:ext cx="128825" cy="1139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C554FF0A-D97E-75B6-925A-9E1C45E16C16}"/>
              </a:ext>
            </a:extLst>
          </p:cNvPr>
          <p:cNvSpPr txBox="1"/>
          <p:nvPr/>
        </p:nvSpPr>
        <p:spPr>
          <a:xfrm>
            <a:off x="2050930" y="4869187"/>
            <a:ext cx="587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dirty="0"/>
              <a:t>128</a:t>
            </a:r>
            <a:endParaRPr lang="en-US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E62FA219-3B87-4971-EE66-0C474A2FE379}"/>
              </a:ext>
            </a:extLst>
          </p:cNvPr>
          <p:cNvSpPr txBox="1"/>
          <p:nvPr/>
        </p:nvSpPr>
        <p:spPr>
          <a:xfrm>
            <a:off x="744109" y="4105014"/>
            <a:ext cx="636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nRst</a:t>
            </a: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19BC11C2-58F1-A0D4-D6F4-AB3993B93A87}"/>
              </a:ext>
            </a:extLst>
          </p:cNvPr>
          <p:cNvCxnSpPr>
            <a:cxnSpLocks/>
          </p:cNvCxnSpPr>
          <p:nvPr/>
        </p:nvCxnSpPr>
        <p:spPr>
          <a:xfrm flipV="1">
            <a:off x="1487672" y="4341785"/>
            <a:ext cx="1753397" cy="18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D7935810-3CD9-1B5D-84EF-4BBC21AC4944}"/>
              </a:ext>
            </a:extLst>
          </p:cNvPr>
          <p:cNvSpPr txBox="1"/>
          <p:nvPr/>
        </p:nvSpPr>
        <p:spPr>
          <a:xfrm>
            <a:off x="381001" y="3757017"/>
            <a:ext cx="960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Fsm_en</a:t>
            </a:r>
            <a:endParaRPr lang="en-US" dirty="0"/>
          </a:p>
          <a:p>
            <a:endParaRPr lang="en-US" dirty="0"/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AF2EB59D-2B0A-5158-C666-4B45DE5D62D6}"/>
              </a:ext>
            </a:extLst>
          </p:cNvPr>
          <p:cNvCxnSpPr>
            <a:cxnSpLocks/>
          </p:cNvCxnSpPr>
          <p:nvPr/>
        </p:nvCxnSpPr>
        <p:spPr>
          <a:xfrm flipV="1">
            <a:off x="1478958" y="3971966"/>
            <a:ext cx="1753397" cy="18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DAE550F0-E327-3BA8-32CC-375A3B959978}"/>
              </a:ext>
            </a:extLst>
          </p:cNvPr>
          <p:cNvSpPr txBox="1"/>
          <p:nvPr/>
        </p:nvSpPr>
        <p:spPr>
          <a:xfrm>
            <a:off x="823091" y="5396139"/>
            <a:ext cx="518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clk</a:t>
            </a: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42E4DAF5-26F4-5C25-1965-329D02430345}"/>
              </a:ext>
            </a:extLst>
          </p:cNvPr>
          <p:cNvCxnSpPr>
            <a:cxnSpLocks/>
          </p:cNvCxnSpPr>
          <p:nvPr/>
        </p:nvCxnSpPr>
        <p:spPr>
          <a:xfrm flipV="1">
            <a:off x="1472917" y="5608502"/>
            <a:ext cx="1753397" cy="18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63531EA6-1E56-9E60-1567-4A67E431DDA9}"/>
              </a:ext>
            </a:extLst>
          </p:cNvPr>
          <p:cNvSpPr txBox="1"/>
          <p:nvPr/>
        </p:nvSpPr>
        <p:spPr>
          <a:xfrm>
            <a:off x="532170" y="3446258"/>
            <a:ext cx="861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enable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B1572095-7321-91CB-423A-D504D97239A1}"/>
              </a:ext>
            </a:extLst>
          </p:cNvPr>
          <p:cNvCxnSpPr>
            <a:cxnSpLocks/>
          </p:cNvCxnSpPr>
          <p:nvPr/>
        </p:nvCxnSpPr>
        <p:spPr>
          <a:xfrm flipV="1">
            <a:off x="1470966" y="3641838"/>
            <a:ext cx="1753397" cy="18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52231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FAC5E-4618-9E87-FFD2-CEB5EDC9B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828780-95E4-405D-D81E-B87255B5B132}"/>
              </a:ext>
            </a:extLst>
          </p:cNvPr>
          <p:cNvSpPr txBox="1"/>
          <p:nvPr/>
        </p:nvSpPr>
        <p:spPr>
          <a:xfrm>
            <a:off x="5148144" y="113285"/>
            <a:ext cx="18572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Encryption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1735EE-7B9C-1E2B-51D3-472D7EDB7B83}"/>
              </a:ext>
            </a:extLst>
          </p:cNvPr>
          <p:cNvSpPr/>
          <p:nvPr/>
        </p:nvSpPr>
        <p:spPr>
          <a:xfrm>
            <a:off x="1595599" y="5246028"/>
            <a:ext cx="2068830" cy="42862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20557D6-83D0-1313-06B2-496B0CDDF3F0}"/>
              </a:ext>
            </a:extLst>
          </p:cNvPr>
          <p:cNvGrpSpPr/>
          <p:nvPr/>
        </p:nvGrpSpPr>
        <p:grpSpPr>
          <a:xfrm>
            <a:off x="1595599" y="1039669"/>
            <a:ext cx="2068830" cy="2633424"/>
            <a:chOff x="1108710" y="588407"/>
            <a:chExt cx="2068830" cy="263342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2922568-E006-38C5-1B17-C1F32F6A7A9B}"/>
                </a:ext>
              </a:extLst>
            </p:cNvPr>
            <p:cNvSpPr/>
            <p:nvPr/>
          </p:nvSpPr>
          <p:spPr>
            <a:xfrm>
              <a:off x="1108710" y="604361"/>
              <a:ext cx="2068830" cy="42862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69954839-48B8-D7AE-0C70-86331CD44E26}"/>
                </a:ext>
              </a:extLst>
            </p:cNvPr>
            <p:cNvCxnSpPr>
              <a:stCxn id="4" idx="2"/>
            </p:cNvCxnSpPr>
            <p:nvPr/>
          </p:nvCxnSpPr>
          <p:spPr>
            <a:xfrm>
              <a:off x="2143125" y="1032986"/>
              <a:ext cx="0" cy="88011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622E381-FF2D-E5EA-DBA9-2ED7A6B251C2}"/>
                </a:ext>
              </a:extLst>
            </p:cNvPr>
            <p:cNvSpPr/>
            <p:nvPr/>
          </p:nvSpPr>
          <p:spPr>
            <a:xfrm>
              <a:off x="1108710" y="1913096"/>
              <a:ext cx="2068830" cy="42862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B7F1E621-3D7B-0851-582F-7ADE0724EA7A}"/>
                </a:ext>
              </a:extLst>
            </p:cNvPr>
            <p:cNvCxnSpPr>
              <a:stCxn id="9" idx="2"/>
            </p:cNvCxnSpPr>
            <p:nvPr/>
          </p:nvCxnSpPr>
          <p:spPr>
            <a:xfrm>
              <a:off x="2143125" y="2341721"/>
              <a:ext cx="0" cy="88011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564F70-802D-BA0C-C726-658AF7542595}"/>
                </a:ext>
              </a:extLst>
            </p:cNvPr>
            <p:cNvSpPr/>
            <p:nvPr/>
          </p:nvSpPr>
          <p:spPr>
            <a:xfrm>
              <a:off x="1788797" y="818673"/>
              <a:ext cx="708655" cy="1524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09C2284-674A-DB50-27CD-3D6165515C63}"/>
                </a:ext>
              </a:extLst>
            </p:cNvPr>
            <p:cNvSpPr txBox="1"/>
            <p:nvPr/>
          </p:nvSpPr>
          <p:spPr>
            <a:xfrm>
              <a:off x="1880872" y="588407"/>
              <a:ext cx="5613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Comb.</a:t>
              </a:r>
              <a:endParaRPr lang="en-US" sz="5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BD85895-1887-0C7A-497A-8348B62F9E8C}"/>
                </a:ext>
              </a:extLst>
            </p:cNvPr>
            <p:cNvSpPr txBox="1"/>
            <p:nvPr/>
          </p:nvSpPr>
          <p:spPr>
            <a:xfrm>
              <a:off x="1848484" y="771762"/>
              <a:ext cx="59022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128 reg</a:t>
              </a:r>
              <a:endParaRPr lang="en-US" sz="50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5B59C1B-62F4-58C0-96CD-91635520ED74}"/>
                </a:ext>
              </a:extLst>
            </p:cNvPr>
            <p:cNvSpPr/>
            <p:nvPr/>
          </p:nvSpPr>
          <p:spPr>
            <a:xfrm>
              <a:off x="1788797" y="2122407"/>
              <a:ext cx="708655" cy="1524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89433CE-5D1F-B70A-4B65-46B0C44258FB}"/>
                </a:ext>
              </a:extLst>
            </p:cNvPr>
            <p:cNvSpPr txBox="1"/>
            <p:nvPr/>
          </p:nvSpPr>
          <p:spPr>
            <a:xfrm>
              <a:off x="1880872" y="1892141"/>
              <a:ext cx="5613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Comb.</a:t>
              </a:r>
              <a:endParaRPr lang="en-US" sz="5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1906170-A4F9-7EA3-1A84-9727BDD6D331}"/>
                </a:ext>
              </a:extLst>
            </p:cNvPr>
            <p:cNvSpPr txBox="1"/>
            <p:nvPr/>
          </p:nvSpPr>
          <p:spPr>
            <a:xfrm>
              <a:off x="1848484" y="2075496"/>
              <a:ext cx="59022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128 reg</a:t>
              </a:r>
              <a:endParaRPr lang="en-US" sz="500" dirty="0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09C5D7A9-A7B2-D493-45FD-094825363800}"/>
              </a:ext>
            </a:extLst>
          </p:cNvPr>
          <p:cNvSpPr/>
          <p:nvPr/>
        </p:nvSpPr>
        <p:spPr>
          <a:xfrm>
            <a:off x="2275686" y="5476294"/>
            <a:ext cx="708655" cy="1524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3A4127-0BCC-C9EC-015D-63A0566AB9F2}"/>
              </a:ext>
            </a:extLst>
          </p:cNvPr>
          <p:cNvSpPr txBox="1"/>
          <p:nvPr/>
        </p:nvSpPr>
        <p:spPr>
          <a:xfrm>
            <a:off x="2367761" y="5246028"/>
            <a:ext cx="5613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Comb.</a:t>
            </a:r>
            <a:endParaRPr lang="en-US" sz="5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E65852-E1DB-E8FA-C62E-9F75A806947E}"/>
              </a:ext>
            </a:extLst>
          </p:cNvPr>
          <p:cNvSpPr txBox="1"/>
          <p:nvPr/>
        </p:nvSpPr>
        <p:spPr>
          <a:xfrm>
            <a:off x="2335373" y="5429383"/>
            <a:ext cx="59022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128 reg</a:t>
            </a:r>
            <a:endParaRPr lang="en-US" sz="500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B848212-F143-8764-65E6-13B774F41ED4}"/>
              </a:ext>
            </a:extLst>
          </p:cNvPr>
          <p:cNvCxnSpPr>
            <a:cxnSpLocks/>
          </p:cNvCxnSpPr>
          <p:nvPr/>
        </p:nvCxnSpPr>
        <p:spPr>
          <a:xfrm>
            <a:off x="2630012" y="3784773"/>
            <a:ext cx="0" cy="1349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7256655-3200-1C7E-6221-ED427DE01EDF}"/>
              </a:ext>
            </a:extLst>
          </p:cNvPr>
          <p:cNvSpPr txBox="1"/>
          <p:nvPr/>
        </p:nvSpPr>
        <p:spPr>
          <a:xfrm>
            <a:off x="3093436" y="1085269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BC9353C-EB54-9F39-8F84-3992D4871E38}"/>
              </a:ext>
            </a:extLst>
          </p:cNvPr>
          <p:cNvSpPr txBox="1"/>
          <p:nvPr/>
        </p:nvSpPr>
        <p:spPr>
          <a:xfrm>
            <a:off x="3096355" y="2406743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D93EAB-84EE-15B5-B204-8F9FFD1B9B92}"/>
              </a:ext>
            </a:extLst>
          </p:cNvPr>
          <p:cNvSpPr txBox="1"/>
          <p:nvPr/>
        </p:nvSpPr>
        <p:spPr>
          <a:xfrm>
            <a:off x="3084780" y="5327244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R10</a:t>
            </a:r>
          </a:p>
        </p:txBody>
      </p:sp>
      <p:sp>
        <p:nvSpPr>
          <p:cNvPr id="34" name="Rectangle 33">
            <a:hlinkClick r:id="rId2" action="ppaction://hlinksldjump"/>
            <a:extLst>
              <a:ext uri="{FF2B5EF4-FFF2-40B4-BE49-F238E27FC236}">
                <a16:creationId xmlns:a16="http://schemas.microsoft.com/office/drawing/2014/main" id="{48EEB4C4-1C55-42BC-917C-9251CA59C8E0}"/>
              </a:ext>
            </a:extLst>
          </p:cNvPr>
          <p:cNvSpPr/>
          <p:nvPr/>
        </p:nvSpPr>
        <p:spPr>
          <a:xfrm>
            <a:off x="7636351" y="1055623"/>
            <a:ext cx="2185034" cy="2185034"/>
          </a:xfrm>
          <a:prstGeom prst="rect">
            <a:avLst/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9E86935-EE43-C374-BF84-218340338EDC}"/>
              </a:ext>
            </a:extLst>
          </p:cNvPr>
          <p:cNvSpPr txBox="1"/>
          <p:nvPr/>
        </p:nvSpPr>
        <p:spPr>
          <a:xfrm>
            <a:off x="7943583" y="1992921"/>
            <a:ext cx="1587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Key Generator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7EF6F21E-1205-0F7D-4EE2-EF29D72C0070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2648447" y="705849"/>
            <a:ext cx="0" cy="3338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1ABA38BD-F24D-CFE4-DCA2-3A6DF0B25CF1}"/>
              </a:ext>
            </a:extLst>
          </p:cNvPr>
          <p:cNvCxnSpPr/>
          <p:nvPr/>
        </p:nvCxnSpPr>
        <p:spPr>
          <a:xfrm>
            <a:off x="2630012" y="5686916"/>
            <a:ext cx="1" cy="3271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6BC2525F-9AF3-F3F5-1A0B-D6556EC2A8A8}"/>
              </a:ext>
            </a:extLst>
          </p:cNvPr>
          <p:cNvSpPr txBox="1"/>
          <p:nvPr/>
        </p:nvSpPr>
        <p:spPr>
          <a:xfrm>
            <a:off x="2436209" y="348516"/>
            <a:ext cx="424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PT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DD41AE7-F8D4-1CAA-C398-2164BD8920CF}"/>
              </a:ext>
            </a:extLst>
          </p:cNvPr>
          <p:cNvSpPr txBox="1"/>
          <p:nvPr/>
        </p:nvSpPr>
        <p:spPr>
          <a:xfrm>
            <a:off x="2399234" y="6025378"/>
            <a:ext cx="451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CT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4347F00A-9E57-E54B-8D7B-D88235BB4DB4}"/>
              </a:ext>
            </a:extLst>
          </p:cNvPr>
          <p:cNvCxnSpPr>
            <a:cxnSpLocks/>
          </p:cNvCxnSpPr>
          <p:nvPr/>
        </p:nvCxnSpPr>
        <p:spPr>
          <a:xfrm flipH="1">
            <a:off x="7178040" y="2160157"/>
            <a:ext cx="4583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1C1B779F-95D9-5893-13BA-26DF653190F9}"/>
              </a:ext>
            </a:extLst>
          </p:cNvPr>
          <p:cNvSpPr txBox="1"/>
          <p:nvPr/>
        </p:nvSpPr>
        <p:spPr>
          <a:xfrm>
            <a:off x="5425828" y="1147024"/>
            <a:ext cx="50405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Key 0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2E3DB8A-BADC-085F-4D2C-9FA6AC2871A6}"/>
              </a:ext>
            </a:extLst>
          </p:cNvPr>
          <p:cNvCxnSpPr>
            <a:cxnSpLocks/>
            <a:stCxn id="25" idx="1"/>
            <a:endCxn id="4" idx="3"/>
          </p:cNvCxnSpPr>
          <p:nvPr/>
        </p:nvCxnSpPr>
        <p:spPr>
          <a:xfrm flipH="1">
            <a:off x="3664429" y="1269935"/>
            <a:ext cx="95154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F1B15E9-9041-93F5-1621-0CA6C7E560AA}"/>
              </a:ext>
            </a:extLst>
          </p:cNvPr>
          <p:cNvCxnSpPr>
            <a:cxnSpLocks/>
            <a:stCxn id="58" idx="1"/>
            <a:endCxn id="9" idx="3"/>
          </p:cNvCxnSpPr>
          <p:nvPr/>
        </p:nvCxnSpPr>
        <p:spPr>
          <a:xfrm flipH="1">
            <a:off x="3664429" y="2569399"/>
            <a:ext cx="966256" cy="92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CFD2A02E-3B41-257F-05E6-87A3A23714B2}"/>
              </a:ext>
            </a:extLst>
          </p:cNvPr>
          <p:cNvCxnSpPr>
            <a:cxnSpLocks/>
            <a:stCxn id="76" idx="1"/>
            <a:endCxn id="7" idx="3"/>
          </p:cNvCxnSpPr>
          <p:nvPr/>
        </p:nvCxnSpPr>
        <p:spPr>
          <a:xfrm flipH="1">
            <a:off x="3664429" y="5451442"/>
            <a:ext cx="951546" cy="88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AF6E101-2307-33DC-4C45-88C40A2559B2}"/>
              </a:ext>
            </a:extLst>
          </p:cNvPr>
          <p:cNvCxnSpPr>
            <a:cxnSpLocks/>
          </p:cNvCxnSpPr>
          <p:nvPr/>
        </p:nvCxnSpPr>
        <p:spPr>
          <a:xfrm>
            <a:off x="1825498" y="698009"/>
            <a:ext cx="0" cy="3288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2E6835A-FCBD-D1E4-B612-0F0D93A9A56F}"/>
              </a:ext>
            </a:extLst>
          </p:cNvPr>
          <p:cNvSpPr txBox="1"/>
          <p:nvPr/>
        </p:nvSpPr>
        <p:spPr>
          <a:xfrm>
            <a:off x="1497908" y="292065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enable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F9A0206-13F3-54A8-BEC1-51E502651241}"/>
              </a:ext>
            </a:extLst>
          </p:cNvPr>
          <p:cNvCxnSpPr>
            <a:cxnSpLocks/>
          </p:cNvCxnSpPr>
          <p:nvPr/>
        </p:nvCxnSpPr>
        <p:spPr>
          <a:xfrm>
            <a:off x="1812165" y="1595501"/>
            <a:ext cx="0" cy="7140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AC620C0A-74CB-1D1E-7DAC-5982563DBAE4}"/>
              </a:ext>
            </a:extLst>
          </p:cNvPr>
          <p:cNvCxnSpPr>
            <a:cxnSpLocks/>
          </p:cNvCxnSpPr>
          <p:nvPr/>
        </p:nvCxnSpPr>
        <p:spPr>
          <a:xfrm>
            <a:off x="1812165" y="2792983"/>
            <a:ext cx="0" cy="8801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DAD61030-EBEC-E0C4-411B-7CC9A310B2E8}"/>
              </a:ext>
            </a:extLst>
          </p:cNvPr>
          <p:cNvCxnSpPr>
            <a:cxnSpLocks/>
          </p:cNvCxnSpPr>
          <p:nvPr/>
        </p:nvCxnSpPr>
        <p:spPr>
          <a:xfrm>
            <a:off x="1791383" y="5696576"/>
            <a:ext cx="0" cy="3288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9FF4AEC0-C598-6E01-FFDB-0D9B30FBBFB5}"/>
              </a:ext>
            </a:extLst>
          </p:cNvPr>
          <p:cNvSpPr txBox="1"/>
          <p:nvPr/>
        </p:nvSpPr>
        <p:spPr>
          <a:xfrm>
            <a:off x="1463793" y="6026766"/>
            <a:ext cx="65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valid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5BAC103F-D4D0-3017-5ECD-354685064C26}"/>
              </a:ext>
            </a:extLst>
          </p:cNvPr>
          <p:cNvCxnSpPr>
            <a:cxnSpLocks/>
          </p:cNvCxnSpPr>
          <p:nvPr/>
        </p:nvCxnSpPr>
        <p:spPr>
          <a:xfrm>
            <a:off x="8734298" y="698009"/>
            <a:ext cx="0" cy="3288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01732891-9F7C-79F3-8EFB-F817BA23CB08}"/>
              </a:ext>
            </a:extLst>
          </p:cNvPr>
          <p:cNvSpPr txBox="1"/>
          <p:nvPr/>
        </p:nvSpPr>
        <p:spPr>
          <a:xfrm>
            <a:off x="8517732" y="278095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FD17413-988A-3874-F0C1-E166EACD958C}"/>
              </a:ext>
            </a:extLst>
          </p:cNvPr>
          <p:cNvCxnSpPr>
            <a:cxnSpLocks/>
          </p:cNvCxnSpPr>
          <p:nvPr/>
        </p:nvCxnSpPr>
        <p:spPr>
          <a:xfrm>
            <a:off x="1814068" y="3773343"/>
            <a:ext cx="0" cy="1349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D69794A8-3760-21B1-5673-7C2B614369EA}"/>
              </a:ext>
            </a:extLst>
          </p:cNvPr>
          <p:cNvSpPr/>
          <p:nvPr/>
        </p:nvSpPr>
        <p:spPr>
          <a:xfrm>
            <a:off x="4615975" y="1055622"/>
            <a:ext cx="2068830" cy="42862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987EABD-E061-311D-3D31-C5386639DDD7}"/>
              </a:ext>
            </a:extLst>
          </p:cNvPr>
          <p:cNvCxnSpPr>
            <a:cxnSpLocks/>
            <a:endCxn id="25" idx="3"/>
          </p:cNvCxnSpPr>
          <p:nvPr/>
        </p:nvCxnSpPr>
        <p:spPr>
          <a:xfrm rot="16200000" flipV="1">
            <a:off x="6492321" y="1462420"/>
            <a:ext cx="878205" cy="49323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B1BE83BE-E2AA-4E7F-C27D-89F42DD703FC}"/>
              </a:ext>
            </a:extLst>
          </p:cNvPr>
          <p:cNvSpPr txBox="1"/>
          <p:nvPr/>
        </p:nvSpPr>
        <p:spPr>
          <a:xfrm>
            <a:off x="5434713" y="2451713"/>
            <a:ext cx="50405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Key 1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F67DB94-C0BA-DD79-0C1F-F2D973F6D374}"/>
              </a:ext>
            </a:extLst>
          </p:cNvPr>
          <p:cNvSpPr/>
          <p:nvPr/>
        </p:nvSpPr>
        <p:spPr>
          <a:xfrm>
            <a:off x="4630685" y="2355086"/>
            <a:ext cx="2068830" cy="42862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Arrow Connector 36">
            <a:extLst>
              <a:ext uri="{FF2B5EF4-FFF2-40B4-BE49-F238E27FC236}">
                <a16:creationId xmlns:a16="http://schemas.microsoft.com/office/drawing/2014/main" id="{C89DD034-8225-22F9-9EEE-B6139B8B4890}"/>
              </a:ext>
            </a:extLst>
          </p:cNvPr>
          <p:cNvCxnSpPr>
            <a:cxnSpLocks/>
            <a:endCxn id="58" idx="3"/>
          </p:cNvCxnSpPr>
          <p:nvPr/>
        </p:nvCxnSpPr>
        <p:spPr>
          <a:xfrm rot="10800000" flipV="1">
            <a:off x="6699516" y="2148139"/>
            <a:ext cx="478525" cy="42125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BC38988C-CDA1-DB70-AA37-F00A7464E864}"/>
              </a:ext>
            </a:extLst>
          </p:cNvPr>
          <p:cNvSpPr/>
          <p:nvPr/>
        </p:nvSpPr>
        <p:spPr>
          <a:xfrm>
            <a:off x="4615975" y="5237129"/>
            <a:ext cx="2068830" cy="42862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Arrow Connector 36">
            <a:extLst>
              <a:ext uri="{FF2B5EF4-FFF2-40B4-BE49-F238E27FC236}">
                <a16:creationId xmlns:a16="http://schemas.microsoft.com/office/drawing/2014/main" id="{07EA1D3E-9190-028A-B079-1033AB95F5A9}"/>
              </a:ext>
            </a:extLst>
          </p:cNvPr>
          <p:cNvCxnSpPr>
            <a:cxnSpLocks/>
            <a:endCxn id="76" idx="3"/>
          </p:cNvCxnSpPr>
          <p:nvPr/>
        </p:nvCxnSpPr>
        <p:spPr>
          <a:xfrm rot="5400000">
            <a:off x="5285781" y="3559182"/>
            <a:ext cx="3291285" cy="49323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DBA9D78-D104-15CB-3074-A86CE453BCEA}"/>
              </a:ext>
            </a:extLst>
          </p:cNvPr>
          <p:cNvSpPr txBox="1"/>
          <p:nvPr/>
        </p:nvSpPr>
        <p:spPr>
          <a:xfrm>
            <a:off x="5425827" y="5328145"/>
            <a:ext cx="57098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Key 10</a:t>
            </a:r>
          </a:p>
        </p:txBody>
      </p:sp>
    </p:spTree>
    <p:extLst>
      <p:ext uri="{BB962C8B-B14F-4D97-AF65-F5344CB8AC3E}">
        <p14:creationId xmlns:p14="http://schemas.microsoft.com/office/powerpoint/2010/main" val="2295496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93000"/>
                <a:satMod val="150000"/>
                <a:shade val="98000"/>
                <a:lumMod val="102000"/>
              </a:schemeClr>
            </a:gs>
            <a:gs pos="50000">
              <a:schemeClr val="bg2">
                <a:tint val="98000"/>
                <a:satMod val="130000"/>
                <a:shade val="90000"/>
                <a:lumMod val="103000"/>
              </a:schemeClr>
            </a:gs>
            <a:gs pos="100000">
              <a:schemeClr val="bg2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FB9E06-54B3-9AE3-C8FD-0ECEDCC05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B3CC4EC-2C46-2EB9-47B1-AC89004A69FA}"/>
              </a:ext>
            </a:extLst>
          </p:cNvPr>
          <p:cNvSpPr/>
          <p:nvPr/>
        </p:nvSpPr>
        <p:spPr>
          <a:xfrm>
            <a:off x="1595599" y="5246028"/>
            <a:ext cx="2068830" cy="42862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9F7B0F1-0679-05C5-2F50-81241AEF9F65}"/>
              </a:ext>
            </a:extLst>
          </p:cNvPr>
          <p:cNvGrpSpPr/>
          <p:nvPr/>
        </p:nvGrpSpPr>
        <p:grpSpPr>
          <a:xfrm>
            <a:off x="1595599" y="1039669"/>
            <a:ext cx="2068830" cy="2633424"/>
            <a:chOff x="1108710" y="588407"/>
            <a:chExt cx="2068830" cy="263342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73633CF-DCCF-7522-6E19-BE852A45405B}"/>
                </a:ext>
              </a:extLst>
            </p:cNvPr>
            <p:cNvSpPr/>
            <p:nvPr/>
          </p:nvSpPr>
          <p:spPr>
            <a:xfrm>
              <a:off x="1108710" y="604361"/>
              <a:ext cx="2068830" cy="42862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F8B6FC91-98BE-8A34-BC9E-A96F8115347D}"/>
                </a:ext>
              </a:extLst>
            </p:cNvPr>
            <p:cNvCxnSpPr>
              <a:stCxn id="4" idx="2"/>
            </p:cNvCxnSpPr>
            <p:nvPr/>
          </p:nvCxnSpPr>
          <p:spPr>
            <a:xfrm>
              <a:off x="2143125" y="1032986"/>
              <a:ext cx="0" cy="88011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35650A8-45B7-D141-56B0-B6F61BF0EEAC}"/>
                </a:ext>
              </a:extLst>
            </p:cNvPr>
            <p:cNvSpPr/>
            <p:nvPr/>
          </p:nvSpPr>
          <p:spPr>
            <a:xfrm>
              <a:off x="1108710" y="1913096"/>
              <a:ext cx="2068830" cy="42862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22834510-00E2-ADED-0D1D-89E6AD544D57}"/>
                </a:ext>
              </a:extLst>
            </p:cNvPr>
            <p:cNvCxnSpPr>
              <a:stCxn id="9" idx="2"/>
            </p:cNvCxnSpPr>
            <p:nvPr/>
          </p:nvCxnSpPr>
          <p:spPr>
            <a:xfrm>
              <a:off x="2143125" y="2341721"/>
              <a:ext cx="0" cy="88011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24AF189-B67B-AB66-F498-2269E0982432}"/>
                </a:ext>
              </a:extLst>
            </p:cNvPr>
            <p:cNvSpPr/>
            <p:nvPr/>
          </p:nvSpPr>
          <p:spPr>
            <a:xfrm>
              <a:off x="1788797" y="818673"/>
              <a:ext cx="708655" cy="1524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A89D08F-4A63-3DEC-B6AA-AD3FCD45FF30}"/>
                </a:ext>
              </a:extLst>
            </p:cNvPr>
            <p:cNvSpPr txBox="1"/>
            <p:nvPr/>
          </p:nvSpPr>
          <p:spPr>
            <a:xfrm>
              <a:off x="1880872" y="588407"/>
              <a:ext cx="5613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Comb.</a:t>
              </a:r>
              <a:endParaRPr lang="en-US" sz="5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1002416-4B0C-03F5-E283-26B1D814CF30}"/>
                </a:ext>
              </a:extLst>
            </p:cNvPr>
            <p:cNvSpPr txBox="1"/>
            <p:nvPr/>
          </p:nvSpPr>
          <p:spPr>
            <a:xfrm>
              <a:off x="1848484" y="771762"/>
              <a:ext cx="59022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128 reg</a:t>
              </a:r>
              <a:endParaRPr lang="en-US" sz="50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0769180-C8E3-4567-E263-F1F97B0C76BE}"/>
                </a:ext>
              </a:extLst>
            </p:cNvPr>
            <p:cNvSpPr/>
            <p:nvPr/>
          </p:nvSpPr>
          <p:spPr>
            <a:xfrm>
              <a:off x="1788797" y="2122407"/>
              <a:ext cx="708655" cy="1524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E8C90F7-10DC-535E-5D2E-9DBB7EA6A21B}"/>
                </a:ext>
              </a:extLst>
            </p:cNvPr>
            <p:cNvSpPr txBox="1"/>
            <p:nvPr/>
          </p:nvSpPr>
          <p:spPr>
            <a:xfrm>
              <a:off x="1880872" y="1892141"/>
              <a:ext cx="5613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Comb.</a:t>
              </a:r>
              <a:endParaRPr lang="en-US" sz="5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36C07D3-23E9-6BE3-40FA-542962F0E692}"/>
                </a:ext>
              </a:extLst>
            </p:cNvPr>
            <p:cNvSpPr txBox="1"/>
            <p:nvPr/>
          </p:nvSpPr>
          <p:spPr>
            <a:xfrm>
              <a:off x="1848484" y="2075496"/>
              <a:ext cx="59022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128 reg</a:t>
              </a:r>
              <a:endParaRPr lang="en-US" sz="500" dirty="0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2A26E5F-D978-C04C-2911-CFB00FEA7E83}"/>
              </a:ext>
            </a:extLst>
          </p:cNvPr>
          <p:cNvSpPr/>
          <p:nvPr/>
        </p:nvSpPr>
        <p:spPr>
          <a:xfrm>
            <a:off x="2275686" y="5476294"/>
            <a:ext cx="708655" cy="1524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12B500-C2DC-CDE6-0552-18E616DE91F4}"/>
              </a:ext>
            </a:extLst>
          </p:cNvPr>
          <p:cNvSpPr txBox="1"/>
          <p:nvPr/>
        </p:nvSpPr>
        <p:spPr>
          <a:xfrm>
            <a:off x="2367761" y="5246028"/>
            <a:ext cx="5613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Comb.</a:t>
            </a:r>
            <a:endParaRPr lang="en-US" sz="5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CDAD5D-FF0B-803E-7E0A-D814BCDD7740}"/>
              </a:ext>
            </a:extLst>
          </p:cNvPr>
          <p:cNvSpPr txBox="1"/>
          <p:nvPr/>
        </p:nvSpPr>
        <p:spPr>
          <a:xfrm>
            <a:off x="2335373" y="5429383"/>
            <a:ext cx="59022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128 reg</a:t>
            </a:r>
            <a:endParaRPr lang="en-US" sz="500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2C62584-33A4-D7E4-DCDC-CD91EE51F563}"/>
              </a:ext>
            </a:extLst>
          </p:cNvPr>
          <p:cNvCxnSpPr>
            <a:cxnSpLocks/>
          </p:cNvCxnSpPr>
          <p:nvPr/>
        </p:nvCxnSpPr>
        <p:spPr>
          <a:xfrm>
            <a:off x="2630012" y="3784773"/>
            <a:ext cx="0" cy="1349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BAA7050-AA97-9113-053D-F878D526EDDC}"/>
              </a:ext>
            </a:extLst>
          </p:cNvPr>
          <p:cNvSpPr txBox="1"/>
          <p:nvPr/>
        </p:nvSpPr>
        <p:spPr>
          <a:xfrm>
            <a:off x="3093436" y="1085269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9311A7F-08DB-830D-16AE-1261B86D13D8}"/>
              </a:ext>
            </a:extLst>
          </p:cNvPr>
          <p:cNvSpPr txBox="1"/>
          <p:nvPr/>
        </p:nvSpPr>
        <p:spPr>
          <a:xfrm>
            <a:off x="3096355" y="2406743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D8991C4-D48B-65FE-2469-562B62863011}"/>
              </a:ext>
            </a:extLst>
          </p:cNvPr>
          <p:cNvSpPr txBox="1"/>
          <p:nvPr/>
        </p:nvSpPr>
        <p:spPr>
          <a:xfrm>
            <a:off x="3127723" y="5322703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R1</a:t>
            </a:r>
          </a:p>
        </p:txBody>
      </p:sp>
      <p:sp>
        <p:nvSpPr>
          <p:cNvPr id="34" name="Rectangle 33">
            <a:hlinkClick r:id="rId2" action="ppaction://hlinksldjump"/>
            <a:extLst>
              <a:ext uri="{FF2B5EF4-FFF2-40B4-BE49-F238E27FC236}">
                <a16:creationId xmlns:a16="http://schemas.microsoft.com/office/drawing/2014/main" id="{BB85392B-AD83-8FFC-AF2D-C8AABFEABAC0}"/>
              </a:ext>
            </a:extLst>
          </p:cNvPr>
          <p:cNvSpPr/>
          <p:nvPr/>
        </p:nvSpPr>
        <p:spPr>
          <a:xfrm>
            <a:off x="7636351" y="1055623"/>
            <a:ext cx="2185034" cy="2185034"/>
          </a:xfrm>
          <a:prstGeom prst="rect">
            <a:avLst/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EA2AB6F-5944-D32F-8CA5-47D9F633AD52}"/>
              </a:ext>
            </a:extLst>
          </p:cNvPr>
          <p:cNvSpPr txBox="1"/>
          <p:nvPr/>
        </p:nvSpPr>
        <p:spPr>
          <a:xfrm>
            <a:off x="7947192" y="1997879"/>
            <a:ext cx="1587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Key Generator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48AEA08A-E97C-2916-BE5D-9FAB24F4C778}"/>
              </a:ext>
            </a:extLst>
          </p:cNvPr>
          <p:cNvCxnSpPr>
            <a:cxnSpLocks/>
            <a:stCxn id="91" idx="2"/>
            <a:endCxn id="12" idx="0"/>
          </p:cNvCxnSpPr>
          <p:nvPr/>
        </p:nvCxnSpPr>
        <p:spPr>
          <a:xfrm>
            <a:off x="2648447" y="723794"/>
            <a:ext cx="0" cy="3158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2DBC8157-6F3C-7662-1083-2242AEDF718F}"/>
              </a:ext>
            </a:extLst>
          </p:cNvPr>
          <p:cNvCxnSpPr/>
          <p:nvPr/>
        </p:nvCxnSpPr>
        <p:spPr>
          <a:xfrm>
            <a:off x="2630012" y="5686916"/>
            <a:ext cx="1" cy="3271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F62C2FC2-EA06-7C79-1C1F-8BBD9A1331AC}"/>
              </a:ext>
            </a:extLst>
          </p:cNvPr>
          <p:cNvSpPr txBox="1"/>
          <p:nvPr/>
        </p:nvSpPr>
        <p:spPr>
          <a:xfrm>
            <a:off x="2422872" y="354462"/>
            <a:ext cx="451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CT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A2AB6B0-8800-2A6A-B7AA-56737A74A593}"/>
              </a:ext>
            </a:extLst>
          </p:cNvPr>
          <p:cNvSpPr txBox="1"/>
          <p:nvPr/>
        </p:nvSpPr>
        <p:spPr>
          <a:xfrm>
            <a:off x="2399234" y="6025378"/>
            <a:ext cx="424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PT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38351B61-BB8B-9D02-834A-917C9245A0FE}"/>
              </a:ext>
            </a:extLst>
          </p:cNvPr>
          <p:cNvCxnSpPr>
            <a:cxnSpLocks/>
          </p:cNvCxnSpPr>
          <p:nvPr/>
        </p:nvCxnSpPr>
        <p:spPr>
          <a:xfrm flipH="1">
            <a:off x="7178040" y="2160157"/>
            <a:ext cx="4583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DB0709A7-E744-CA5C-9076-EEB392F372EB}"/>
              </a:ext>
            </a:extLst>
          </p:cNvPr>
          <p:cNvSpPr txBox="1"/>
          <p:nvPr/>
        </p:nvSpPr>
        <p:spPr>
          <a:xfrm>
            <a:off x="5148144" y="113285"/>
            <a:ext cx="18957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Decryption</a:t>
            </a:r>
            <a:endParaRPr lang="en-US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2155083-19D1-2A70-B97C-D8D29ED617F5}"/>
              </a:ext>
            </a:extLst>
          </p:cNvPr>
          <p:cNvCxnSpPr>
            <a:cxnSpLocks/>
          </p:cNvCxnSpPr>
          <p:nvPr/>
        </p:nvCxnSpPr>
        <p:spPr>
          <a:xfrm>
            <a:off x="1825360" y="697891"/>
            <a:ext cx="0" cy="3288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E2021CA-B706-F3A0-4526-FE9FABCBD9B7}"/>
              </a:ext>
            </a:extLst>
          </p:cNvPr>
          <p:cNvSpPr txBox="1"/>
          <p:nvPr/>
        </p:nvSpPr>
        <p:spPr>
          <a:xfrm>
            <a:off x="1497770" y="291821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enable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0327621-5A2A-AFC2-7153-A91CAF1E0DE7}"/>
              </a:ext>
            </a:extLst>
          </p:cNvPr>
          <p:cNvCxnSpPr>
            <a:cxnSpLocks/>
          </p:cNvCxnSpPr>
          <p:nvPr/>
        </p:nvCxnSpPr>
        <p:spPr>
          <a:xfrm>
            <a:off x="1812027" y="1595383"/>
            <a:ext cx="0" cy="7140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0127E56-6B1C-9E6E-F282-E829B7E61D4D}"/>
              </a:ext>
            </a:extLst>
          </p:cNvPr>
          <p:cNvCxnSpPr>
            <a:cxnSpLocks/>
          </p:cNvCxnSpPr>
          <p:nvPr/>
        </p:nvCxnSpPr>
        <p:spPr>
          <a:xfrm>
            <a:off x="1812027" y="2792865"/>
            <a:ext cx="0" cy="8801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F550150-C57C-80AC-9CE5-DE099E6D167A}"/>
              </a:ext>
            </a:extLst>
          </p:cNvPr>
          <p:cNvCxnSpPr>
            <a:cxnSpLocks/>
          </p:cNvCxnSpPr>
          <p:nvPr/>
        </p:nvCxnSpPr>
        <p:spPr>
          <a:xfrm>
            <a:off x="1791245" y="5696458"/>
            <a:ext cx="0" cy="3288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9380D253-44C1-9E6E-2569-42466ABD750D}"/>
              </a:ext>
            </a:extLst>
          </p:cNvPr>
          <p:cNvSpPr txBox="1"/>
          <p:nvPr/>
        </p:nvSpPr>
        <p:spPr>
          <a:xfrm>
            <a:off x="1463655" y="6025378"/>
            <a:ext cx="65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valid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FAF7242-3494-A28A-E2DF-D945CCFF0297}"/>
              </a:ext>
            </a:extLst>
          </p:cNvPr>
          <p:cNvCxnSpPr>
            <a:cxnSpLocks/>
          </p:cNvCxnSpPr>
          <p:nvPr/>
        </p:nvCxnSpPr>
        <p:spPr>
          <a:xfrm>
            <a:off x="8734298" y="698009"/>
            <a:ext cx="0" cy="3288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3371D3A8-2309-E0EF-E47E-A261FE717D77}"/>
              </a:ext>
            </a:extLst>
          </p:cNvPr>
          <p:cNvSpPr txBox="1"/>
          <p:nvPr/>
        </p:nvSpPr>
        <p:spPr>
          <a:xfrm>
            <a:off x="8517732" y="278095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BDEE6DE-B513-46EC-133A-F2BDE09F0BA5}"/>
              </a:ext>
            </a:extLst>
          </p:cNvPr>
          <p:cNvCxnSpPr>
            <a:cxnSpLocks/>
          </p:cNvCxnSpPr>
          <p:nvPr/>
        </p:nvCxnSpPr>
        <p:spPr>
          <a:xfrm>
            <a:off x="1818852" y="3773343"/>
            <a:ext cx="0" cy="1349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F7DD2ADB-9514-0CF1-9379-E2C1C09872A8}"/>
              </a:ext>
            </a:extLst>
          </p:cNvPr>
          <p:cNvSpPr txBox="1"/>
          <p:nvPr/>
        </p:nvSpPr>
        <p:spPr>
          <a:xfrm>
            <a:off x="5425828" y="1147024"/>
            <a:ext cx="57098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Key 10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5FA28B1-C4F6-2628-0831-0A7A7ACB6F2A}"/>
              </a:ext>
            </a:extLst>
          </p:cNvPr>
          <p:cNvCxnSpPr>
            <a:cxnSpLocks/>
            <a:stCxn id="55" idx="1"/>
          </p:cNvCxnSpPr>
          <p:nvPr/>
        </p:nvCxnSpPr>
        <p:spPr>
          <a:xfrm flipH="1">
            <a:off x="3664429" y="1269935"/>
            <a:ext cx="95154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AAB16DA-2813-31A6-1702-86889DE8564B}"/>
              </a:ext>
            </a:extLst>
          </p:cNvPr>
          <p:cNvCxnSpPr>
            <a:cxnSpLocks/>
            <a:stCxn id="59" idx="1"/>
          </p:cNvCxnSpPr>
          <p:nvPr/>
        </p:nvCxnSpPr>
        <p:spPr>
          <a:xfrm flipH="1">
            <a:off x="3664429" y="2569399"/>
            <a:ext cx="966256" cy="92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D6DA6F0-43CA-41B2-9DDC-ED849FE911DE}"/>
              </a:ext>
            </a:extLst>
          </p:cNvPr>
          <p:cNvCxnSpPr>
            <a:cxnSpLocks/>
            <a:stCxn id="61" idx="1"/>
          </p:cNvCxnSpPr>
          <p:nvPr/>
        </p:nvCxnSpPr>
        <p:spPr>
          <a:xfrm flipH="1">
            <a:off x="3664429" y="5451442"/>
            <a:ext cx="951546" cy="88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B25CE197-F932-82A2-11A3-96064A056D87}"/>
              </a:ext>
            </a:extLst>
          </p:cNvPr>
          <p:cNvSpPr/>
          <p:nvPr/>
        </p:nvSpPr>
        <p:spPr>
          <a:xfrm>
            <a:off x="4615975" y="1055622"/>
            <a:ext cx="2068830" cy="42862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Arrow Connector 36">
            <a:extLst>
              <a:ext uri="{FF2B5EF4-FFF2-40B4-BE49-F238E27FC236}">
                <a16:creationId xmlns:a16="http://schemas.microsoft.com/office/drawing/2014/main" id="{4882AB85-7762-A086-504C-475B68A33FA3}"/>
              </a:ext>
            </a:extLst>
          </p:cNvPr>
          <p:cNvCxnSpPr>
            <a:cxnSpLocks/>
            <a:endCxn id="55" idx="3"/>
          </p:cNvCxnSpPr>
          <p:nvPr/>
        </p:nvCxnSpPr>
        <p:spPr>
          <a:xfrm rot="16200000" flipV="1">
            <a:off x="6492321" y="1462420"/>
            <a:ext cx="878205" cy="49323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80435DB6-4E6E-B5BE-BEEF-47A10F4B57ED}"/>
              </a:ext>
            </a:extLst>
          </p:cNvPr>
          <p:cNvSpPr txBox="1"/>
          <p:nvPr/>
        </p:nvSpPr>
        <p:spPr>
          <a:xfrm>
            <a:off x="5434713" y="2451713"/>
            <a:ext cx="50405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Key 9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1C97E15-2751-8BCF-5BA3-794C47D3CD4E}"/>
              </a:ext>
            </a:extLst>
          </p:cNvPr>
          <p:cNvSpPr/>
          <p:nvPr/>
        </p:nvSpPr>
        <p:spPr>
          <a:xfrm>
            <a:off x="4630685" y="2355086"/>
            <a:ext cx="2068830" cy="42862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Arrow Connector 36">
            <a:extLst>
              <a:ext uri="{FF2B5EF4-FFF2-40B4-BE49-F238E27FC236}">
                <a16:creationId xmlns:a16="http://schemas.microsoft.com/office/drawing/2014/main" id="{B79947A2-A729-2C3E-913A-8DC2A9A3E03C}"/>
              </a:ext>
            </a:extLst>
          </p:cNvPr>
          <p:cNvCxnSpPr>
            <a:cxnSpLocks/>
            <a:endCxn id="59" idx="3"/>
          </p:cNvCxnSpPr>
          <p:nvPr/>
        </p:nvCxnSpPr>
        <p:spPr>
          <a:xfrm rot="10800000" flipV="1">
            <a:off x="6699516" y="2148139"/>
            <a:ext cx="478525" cy="42125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28CAD41E-0833-75CE-2CF4-98FF7A1CFC62}"/>
              </a:ext>
            </a:extLst>
          </p:cNvPr>
          <p:cNvSpPr/>
          <p:nvPr/>
        </p:nvSpPr>
        <p:spPr>
          <a:xfrm>
            <a:off x="4615975" y="5237129"/>
            <a:ext cx="2068830" cy="42862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Arrow Connector 36">
            <a:extLst>
              <a:ext uri="{FF2B5EF4-FFF2-40B4-BE49-F238E27FC236}">
                <a16:creationId xmlns:a16="http://schemas.microsoft.com/office/drawing/2014/main" id="{CE0736CE-57CC-C7C0-AF2F-75BB2CC72C1E}"/>
              </a:ext>
            </a:extLst>
          </p:cNvPr>
          <p:cNvCxnSpPr>
            <a:cxnSpLocks/>
            <a:endCxn id="61" idx="3"/>
          </p:cNvCxnSpPr>
          <p:nvPr/>
        </p:nvCxnSpPr>
        <p:spPr>
          <a:xfrm rot="5400000">
            <a:off x="5285781" y="3559182"/>
            <a:ext cx="3291285" cy="49323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9F68F48C-783B-C40A-7B38-401541608A1C}"/>
              </a:ext>
            </a:extLst>
          </p:cNvPr>
          <p:cNvSpPr txBox="1"/>
          <p:nvPr/>
        </p:nvSpPr>
        <p:spPr>
          <a:xfrm>
            <a:off x="5425827" y="5328145"/>
            <a:ext cx="57098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Key 0</a:t>
            </a:r>
          </a:p>
        </p:txBody>
      </p:sp>
    </p:spTree>
    <p:extLst>
      <p:ext uri="{BB962C8B-B14F-4D97-AF65-F5344CB8AC3E}">
        <p14:creationId xmlns:p14="http://schemas.microsoft.com/office/powerpoint/2010/main" val="31521120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E8927-41F7-9B1E-5C4E-04DB7550C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7154" y="99986"/>
            <a:ext cx="2359128" cy="598582"/>
          </a:xfrm>
        </p:spPr>
        <p:txBody>
          <a:bodyPr>
            <a:noAutofit/>
          </a:bodyPr>
          <a:lstStyle/>
          <a:p>
            <a:r>
              <a:rPr lang="en-US" sz="2800" dirty="0"/>
              <a:t>Key Generator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437FD4E-49A9-72B2-28A1-E7D88C9D68DD}"/>
              </a:ext>
            </a:extLst>
          </p:cNvPr>
          <p:cNvGrpSpPr/>
          <p:nvPr/>
        </p:nvGrpSpPr>
        <p:grpSpPr>
          <a:xfrm>
            <a:off x="2171581" y="970906"/>
            <a:ext cx="7848837" cy="400685"/>
            <a:chOff x="1968263" y="1055622"/>
            <a:chExt cx="5157152" cy="40119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95BD45C-FF06-D572-9ABA-28B4CBF53786}"/>
                </a:ext>
              </a:extLst>
            </p:cNvPr>
            <p:cNvSpPr>
              <a:spLocks/>
            </p:cNvSpPr>
            <p:nvPr/>
          </p:nvSpPr>
          <p:spPr>
            <a:xfrm>
              <a:off x="1968263" y="1055623"/>
              <a:ext cx="1289288" cy="400685"/>
            </a:xfrm>
            <a:prstGeom prst="rect">
              <a:avLst/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6687809-FE91-9646-9DE0-EC0FD7855149}"/>
                </a:ext>
              </a:extLst>
            </p:cNvPr>
            <p:cNvSpPr>
              <a:spLocks/>
            </p:cNvSpPr>
            <p:nvPr/>
          </p:nvSpPr>
          <p:spPr>
            <a:xfrm>
              <a:off x="5836127" y="1055622"/>
              <a:ext cx="1289288" cy="400685"/>
            </a:xfrm>
            <a:prstGeom prst="rect">
              <a:avLst/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774B5B8-69CA-6285-AB2F-90552E01FB84}"/>
                </a:ext>
              </a:extLst>
            </p:cNvPr>
            <p:cNvSpPr>
              <a:spLocks/>
            </p:cNvSpPr>
            <p:nvPr/>
          </p:nvSpPr>
          <p:spPr>
            <a:xfrm>
              <a:off x="4546839" y="1056127"/>
              <a:ext cx="1289288" cy="400685"/>
            </a:xfrm>
            <a:prstGeom prst="rect">
              <a:avLst/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375A819-1A58-0FE3-2143-38A4F7FDA18A}"/>
                </a:ext>
              </a:extLst>
            </p:cNvPr>
            <p:cNvSpPr>
              <a:spLocks/>
            </p:cNvSpPr>
            <p:nvPr/>
          </p:nvSpPr>
          <p:spPr>
            <a:xfrm>
              <a:off x="3257551" y="1055622"/>
              <a:ext cx="1289288" cy="400685"/>
            </a:xfrm>
            <a:prstGeom prst="rect">
              <a:avLst/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5454FFE-CA99-B7DF-711E-B8D2F5967BA7}"/>
              </a:ext>
            </a:extLst>
          </p:cNvPr>
          <p:cNvGrpSpPr/>
          <p:nvPr/>
        </p:nvGrpSpPr>
        <p:grpSpPr>
          <a:xfrm>
            <a:off x="2181741" y="1847206"/>
            <a:ext cx="7848837" cy="400685"/>
            <a:chOff x="1968263" y="1055622"/>
            <a:chExt cx="5157152" cy="40119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FFDDC5F-8DC2-57CB-3998-A48E5A2A522A}"/>
                </a:ext>
              </a:extLst>
            </p:cNvPr>
            <p:cNvSpPr>
              <a:spLocks/>
            </p:cNvSpPr>
            <p:nvPr/>
          </p:nvSpPr>
          <p:spPr>
            <a:xfrm>
              <a:off x="1968263" y="1055623"/>
              <a:ext cx="1289288" cy="400685"/>
            </a:xfrm>
            <a:prstGeom prst="rect">
              <a:avLst/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91BF34D-FCF7-D3CC-3678-5D666D4BC065}"/>
                </a:ext>
              </a:extLst>
            </p:cNvPr>
            <p:cNvSpPr>
              <a:spLocks/>
            </p:cNvSpPr>
            <p:nvPr/>
          </p:nvSpPr>
          <p:spPr>
            <a:xfrm>
              <a:off x="5836127" y="1055622"/>
              <a:ext cx="1289288" cy="400685"/>
            </a:xfrm>
            <a:prstGeom prst="rect">
              <a:avLst/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FF3B249-D3B4-809A-0301-CB2F2D8D02C1}"/>
                </a:ext>
              </a:extLst>
            </p:cNvPr>
            <p:cNvSpPr>
              <a:spLocks/>
            </p:cNvSpPr>
            <p:nvPr/>
          </p:nvSpPr>
          <p:spPr>
            <a:xfrm>
              <a:off x="4546839" y="1056127"/>
              <a:ext cx="1289288" cy="400685"/>
            </a:xfrm>
            <a:prstGeom prst="rect">
              <a:avLst/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A4F13ED-16BF-0CEF-67C1-C37068831A26}"/>
                </a:ext>
              </a:extLst>
            </p:cNvPr>
            <p:cNvSpPr>
              <a:spLocks/>
            </p:cNvSpPr>
            <p:nvPr/>
          </p:nvSpPr>
          <p:spPr>
            <a:xfrm>
              <a:off x="3257551" y="1055622"/>
              <a:ext cx="1289288" cy="400685"/>
            </a:xfrm>
            <a:prstGeom prst="rect">
              <a:avLst/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40305C0-9926-742C-F7B3-5AB046C7A5B9}"/>
              </a:ext>
            </a:extLst>
          </p:cNvPr>
          <p:cNvCxnSpPr>
            <a:cxnSpLocks/>
            <a:stCxn id="4" idx="2"/>
            <a:endCxn id="15" idx="0"/>
          </p:cNvCxnSpPr>
          <p:nvPr/>
        </p:nvCxnSpPr>
        <p:spPr>
          <a:xfrm>
            <a:off x="3152686" y="1371088"/>
            <a:ext cx="10160" cy="4761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890325D-D375-A1EC-7F36-7F507F9F49C9}"/>
              </a:ext>
            </a:extLst>
          </p:cNvPr>
          <p:cNvCxnSpPr>
            <a:cxnSpLocks/>
            <a:stCxn id="5" idx="2"/>
            <a:endCxn id="16" idx="0"/>
          </p:cNvCxnSpPr>
          <p:nvPr/>
        </p:nvCxnSpPr>
        <p:spPr>
          <a:xfrm>
            <a:off x="9039314" y="1371087"/>
            <a:ext cx="10160" cy="4761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554C956-4E65-422A-90C1-B79A97090EE4}"/>
              </a:ext>
            </a:extLst>
          </p:cNvPr>
          <p:cNvCxnSpPr>
            <a:cxnSpLocks/>
            <a:stCxn id="6" idx="2"/>
            <a:endCxn id="17" idx="0"/>
          </p:cNvCxnSpPr>
          <p:nvPr/>
        </p:nvCxnSpPr>
        <p:spPr>
          <a:xfrm>
            <a:off x="7077105" y="1371591"/>
            <a:ext cx="10160" cy="4761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551E548-E340-9E0A-80BC-D124B546F789}"/>
              </a:ext>
            </a:extLst>
          </p:cNvPr>
          <p:cNvCxnSpPr>
            <a:cxnSpLocks/>
            <a:stCxn id="7" idx="2"/>
            <a:endCxn id="18" idx="0"/>
          </p:cNvCxnSpPr>
          <p:nvPr/>
        </p:nvCxnSpPr>
        <p:spPr>
          <a:xfrm>
            <a:off x="5114895" y="1371087"/>
            <a:ext cx="10160" cy="4761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23E2950-3354-69EC-B453-C009AAD12033}"/>
              </a:ext>
            </a:extLst>
          </p:cNvPr>
          <p:cNvCxnSpPr>
            <a:cxnSpLocks/>
          </p:cNvCxnSpPr>
          <p:nvPr/>
        </p:nvCxnSpPr>
        <p:spPr>
          <a:xfrm>
            <a:off x="3169034" y="2269549"/>
            <a:ext cx="2" cy="4539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4BCBA607-862C-5077-47EB-CE68B99BB8D5}"/>
              </a:ext>
            </a:extLst>
          </p:cNvPr>
          <p:cNvSpPr/>
          <p:nvPr/>
        </p:nvSpPr>
        <p:spPr>
          <a:xfrm>
            <a:off x="2968944" y="2745669"/>
            <a:ext cx="400181" cy="40018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705C2D0-C807-2189-86F7-435D2B51CBA3}"/>
              </a:ext>
            </a:extLst>
          </p:cNvPr>
          <p:cNvCxnSpPr>
            <a:stCxn id="24" idx="0"/>
            <a:endCxn id="24" idx="4"/>
          </p:cNvCxnSpPr>
          <p:nvPr/>
        </p:nvCxnSpPr>
        <p:spPr>
          <a:xfrm>
            <a:off x="3169035" y="2745669"/>
            <a:ext cx="0" cy="4001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82667F2-2D5B-9057-9C23-D3E2A75A22E4}"/>
              </a:ext>
            </a:extLst>
          </p:cNvPr>
          <p:cNvCxnSpPr>
            <a:cxnSpLocks/>
            <a:stCxn id="24" idx="6"/>
            <a:endCxn id="24" idx="2"/>
          </p:cNvCxnSpPr>
          <p:nvPr/>
        </p:nvCxnSpPr>
        <p:spPr>
          <a:xfrm flipH="1">
            <a:off x="2968944" y="2945760"/>
            <a:ext cx="40018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FB77D71-55F0-3989-9364-D39A84D2F102}"/>
              </a:ext>
            </a:extLst>
          </p:cNvPr>
          <p:cNvCxnSpPr>
            <a:cxnSpLocks/>
            <a:stCxn id="18" idx="2"/>
            <a:endCxn id="33" idx="0"/>
          </p:cNvCxnSpPr>
          <p:nvPr/>
        </p:nvCxnSpPr>
        <p:spPr>
          <a:xfrm>
            <a:off x="5125055" y="2247387"/>
            <a:ext cx="6348" cy="10968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69BC7BF5-9229-5A72-5F22-B3D6913C595A}"/>
              </a:ext>
            </a:extLst>
          </p:cNvPr>
          <p:cNvSpPr/>
          <p:nvPr/>
        </p:nvSpPr>
        <p:spPr>
          <a:xfrm>
            <a:off x="4931312" y="3344284"/>
            <a:ext cx="400181" cy="40018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0E746F6-F67A-F394-F83B-E767CDA53B2E}"/>
              </a:ext>
            </a:extLst>
          </p:cNvPr>
          <p:cNvCxnSpPr>
            <a:stCxn id="33" idx="0"/>
            <a:endCxn id="33" idx="4"/>
          </p:cNvCxnSpPr>
          <p:nvPr/>
        </p:nvCxnSpPr>
        <p:spPr>
          <a:xfrm>
            <a:off x="5131403" y="3344284"/>
            <a:ext cx="0" cy="4001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37BC57B-775F-3D28-857A-375312C077C8}"/>
              </a:ext>
            </a:extLst>
          </p:cNvPr>
          <p:cNvCxnSpPr>
            <a:cxnSpLocks/>
            <a:stCxn id="33" idx="6"/>
            <a:endCxn id="33" idx="2"/>
          </p:cNvCxnSpPr>
          <p:nvPr/>
        </p:nvCxnSpPr>
        <p:spPr>
          <a:xfrm flipH="1">
            <a:off x="4931312" y="3544375"/>
            <a:ext cx="40018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CC2EA0B-FFAF-4E42-E280-F309DFDBC957}"/>
              </a:ext>
            </a:extLst>
          </p:cNvPr>
          <p:cNvCxnSpPr>
            <a:cxnSpLocks/>
            <a:stCxn id="17" idx="2"/>
            <a:endCxn id="41" idx="0"/>
          </p:cNvCxnSpPr>
          <p:nvPr/>
        </p:nvCxnSpPr>
        <p:spPr>
          <a:xfrm flipH="1">
            <a:off x="7087264" y="2247891"/>
            <a:ext cx="1" cy="14965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39E7DE9-1305-CCEE-55CF-2E0AEAF8D436}"/>
              </a:ext>
            </a:extLst>
          </p:cNvPr>
          <p:cNvGrpSpPr/>
          <p:nvPr/>
        </p:nvGrpSpPr>
        <p:grpSpPr>
          <a:xfrm>
            <a:off x="6887173" y="3744465"/>
            <a:ext cx="400181" cy="400181"/>
            <a:chOff x="6877012" y="4149598"/>
            <a:chExt cx="400181" cy="400181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75460B87-3F2C-9D97-A39B-91486B67B302}"/>
                </a:ext>
              </a:extLst>
            </p:cNvPr>
            <p:cNvSpPr/>
            <p:nvPr/>
          </p:nvSpPr>
          <p:spPr>
            <a:xfrm>
              <a:off x="6877012" y="4149598"/>
              <a:ext cx="400181" cy="40018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5806E4B-E164-9348-A129-19CF294C3F3B}"/>
                </a:ext>
              </a:extLst>
            </p:cNvPr>
            <p:cNvCxnSpPr>
              <a:cxnSpLocks/>
              <a:stCxn id="41" idx="0"/>
              <a:endCxn id="41" idx="4"/>
            </p:cNvCxnSpPr>
            <p:nvPr/>
          </p:nvCxnSpPr>
          <p:spPr>
            <a:xfrm>
              <a:off x="7077103" y="4149598"/>
              <a:ext cx="0" cy="40018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4EB9B89D-0AFE-1934-1ED0-5A00AEA6B8D6}"/>
                </a:ext>
              </a:extLst>
            </p:cNvPr>
            <p:cNvCxnSpPr>
              <a:cxnSpLocks/>
              <a:stCxn id="41" idx="6"/>
              <a:endCxn id="41" idx="2"/>
            </p:cNvCxnSpPr>
            <p:nvPr/>
          </p:nvCxnSpPr>
          <p:spPr>
            <a:xfrm flipH="1">
              <a:off x="6877012" y="4349689"/>
              <a:ext cx="40018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F403295-266B-D2A0-0B75-50ECD910BE35}"/>
              </a:ext>
            </a:extLst>
          </p:cNvPr>
          <p:cNvCxnSpPr>
            <a:cxnSpLocks/>
            <a:stCxn id="16" idx="2"/>
            <a:endCxn id="55" idx="0"/>
          </p:cNvCxnSpPr>
          <p:nvPr/>
        </p:nvCxnSpPr>
        <p:spPr>
          <a:xfrm flipH="1">
            <a:off x="9049473" y="2247387"/>
            <a:ext cx="1" cy="18972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8977094-943C-E7AF-DA87-A3ACF88558C0}"/>
              </a:ext>
            </a:extLst>
          </p:cNvPr>
          <p:cNvGrpSpPr/>
          <p:nvPr/>
        </p:nvGrpSpPr>
        <p:grpSpPr>
          <a:xfrm>
            <a:off x="8849382" y="4144646"/>
            <a:ext cx="400181" cy="400181"/>
            <a:chOff x="6877012" y="4149598"/>
            <a:chExt cx="400181" cy="400181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4D48002A-D8E5-4006-0D77-C1CAEEE1E3F6}"/>
                </a:ext>
              </a:extLst>
            </p:cNvPr>
            <p:cNvSpPr/>
            <p:nvPr/>
          </p:nvSpPr>
          <p:spPr>
            <a:xfrm>
              <a:off x="6877012" y="4149598"/>
              <a:ext cx="400181" cy="40018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120B6517-147D-BC02-63E7-92930CD8B9BC}"/>
                </a:ext>
              </a:extLst>
            </p:cNvPr>
            <p:cNvCxnSpPr>
              <a:cxnSpLocks/>
              <a:stCxn id="55" idx="0"/>
              <a:endCxn id="55" idx="4"/>
            </p:cNvCxnSpPr>
            <p:nvPr/>
          </p:nvCxnSpPr>
          <p:spPr>
            <a:xfrm>
              <a:off x="7077103" y="4149598"/>
              <a:ext cx="0" cy="40018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68295F1-A406-530A-A541-6DBC709BC182}"/>
                </a:ext>
              </a:extLst>
            </p:cNvPr>
            <p:cNvCxnSpPr>
              <a:cxnSpLocks/>
              <a:stCxn id="55" idx="6"/>
              <a:endCxn id="55" idx="2"/>
            </p:cNvCxnSpPr>
            <p:nvPr/>
          </p:nvCxnSpPr>
          <p:spPr>
            <a:xfrm flipH="1">
              <a:off x="6877012" y="4349689"/>
              <a:ext cx="40018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Rectangle 58">
            <a:hlinkClick r:id="rId2" action="ppaction://hlinksldjump"/>
            <a:extLst>
              <a:ext uri="{FF2B5EF4-FFF2-40B4-BE49-F238E27FC236}">
                <a16:creationId xmlns:a16="http://schemas.microsoft.com/office/drawing/2014/main" id="{E41AD7BD-07D9-0A18-B00A-C042390959E9}"/>
              </a:ext>
            </a:extLst>
          </p:cNvPr>
          <p:cNvSpPr/>
          <p:nvPr/>
        </p:nvSpPr>
        <p:spPr>
          <a:xfrm>
            <a:off x="3851910" y="2745669"/>
            <a:ext cx="498319" cy="400685"/>
          </a:xfrm>
          <a:prstGeom prst="rect">
            <a:avLst/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hlinkClick r:id="rId2" action="ppaction://hlinksldjump"/>
            <a:extLst>
              <a:ext uri="{FF2B5EF4-FFF2-40B4-BE49-F238E27FC236}">
                <a16:creationId xmlns:a16="http://schemas.microsoft.com/office/drawing/2014/main" id="{B3D86C4B-A6BB-55E8-A33B-CCED48B941A8}"/>
              </a:ext>
            </a:extLst>
          </p:cNvPr>
          <p:cNvSpPr txBox="1"/>
          <p:nvPr/>
        </p:nvSpPr>
        <p:spPr>
          <a:xfrm>
            <a:off x="3951062" y="2722808"/>
            <a:ext cx="296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F15FCDFC-96D2-DB42-A135-80424BA6A6B1}"/>
              </a:ext>
            </a:extLst>
          </p:cNvPr>
          <p:cNvCxnSpPr>
            <a:cxnSpLocks/>
            <a:endCxn id="59" idx="3"/>
          </p:cNvCxnSpPr>
          <p:nvPr/>
        </p:nvCxnSpPr>
        <p:spPr>
          <a:xfrm flipH="1">
            <a:off x="4350229" y="2945759"/>
            <a:ext cx="4699243" cy="2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7196D3C5-5E0F-C092-3E44-5B65865B78BC}"/>
              </a:ext>
            </a:extLst>
          </p:cNvPr>
          <p:cNvCxnSpPr>
            <a:cxnSpLocks/>
            <a:stCxn id="59" idx="1"/>
            <a:endCxn id="24" idx="6"/>
          </p:cNvCxnSpPr>
          <p:nvPr/>
        </p:nvCxnSpPr>
        <p:spPr>
          <a:xfrm flipH="1" flipV="1">
            <a:off x="3369125" y="2945760"/>
            <a:ext cx="482785" cy="2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358F9BD4-D98B-C2AF-7216-6E2D09A720DA}"/>
              </a:ext>
            </a:extLst>
          </p:cNvPr>
          <p:cNvCxnSpPr>
            <a:cxnSpLocks/>
            <a:stCxn id="24" idx="4"/>
            <a:endCxn id="77" idx="0"/>
          </p:cNvCxnSpPr>
          <p:nvPr/>
        </p:nvCxnSpPr>
        <p:spPr>
          <a:xfrm flipH="1">
            <a:off x="3162846" y="3145850"/>
            <a:ext cx="6189" cy="22952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6" name="Group 75">
            <a:extLst>
              <a:ext uri="{FF2B5EF4-FFF2-40B4-BE49-F238E27FC236}">
                <a16:creationId xmlns:a16="http://schemas.microsoft.com/office/drawing/2014/main" id="{084CDE17-4D18-EB16-AF1F-D5FB4CCF175D}"/>
              </a:ext>
            </a:extLst>
          </p:cNvPr>
          <p:cNvGrpSpPr/>
          <p:nvPr/>
        </p:nvGrpSpPr>
        <p:grpSpPr>
          <a:xfrm>
            <a:off x="2181741" y="5441131"/>
            <a:ext cx="7848837" cy="400685"/>
            <a:chOff x="1968263" y="1055622"/>
            <a:chExt cx="5157152" cy="401190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A82F8E07-952B-F182-3F49-C4935716922F}"/>
                </a:ext>
              </a:extLst>
            </p:cNvPr>
            <p:cNvSpPr>
              <a:spLocks/>
            </p:cNvSpPr>
            <p:nvPr/>
          </p:nvSpPr>
          <p:spPr>
            <a:xfrm>
              <a:off x="1968263" y="1055623"/>
              <a:ext cx="1289288" cy="400685"/>
            </a:xfrm>
            <a:prstGeom prst="rect">
              <a:avLst/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1AFEE3BB-8303-4BD1-8178-9049FE61DDDE}"/>
                </a:ext>
              </a:extLst>
            </p:cNvPr>
            <p:cNvSpPr>
              <a:spLocks/>
            </p:cNvSpPr>
            <p:nvPr/>
          </p:nvSpPr>
          <p:spPr>
            <a:xfrm>
              <a:off x="5836127" y="1055622"/>
              <a:ext cx="1289288" cy="400685"/>
            </a:xfrm>
            <a:prstGeom prst="rect">
              <a:avLst/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E8B09B24-F4F0-2AA5-33DB-75A0497055BC}"/>
                </a:ext>
              </a:extLst>
            </p:cNvPr>
            <p:cNvSpPr>
              <a:spLocks/>
            </p:cNvSpPr>
            <p:nvPr/>
          </p:nvSpPr>
          <p:spPr>
            <a:xfrm>
              <a:off x="4546839" y="1056127"/>
              <a:ext cx="1289288" cy="400685"/>
            </a:xfrm>
            <a:prstGeom prst="rect">
              <a:avLst/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C59DDC04-6722-758D-5A04-6102E674EA29}"/>
                </a:ext>
              </a:extLst>
            </p:cNvPr>
            <p:cNvSpPr>
              <a:spLocks/>
            </p:cNvSpPr>
            <p:nvPr/>
          </p:nvSpPr>
          <p:spPr>
            <a:xfrm>
              <a:off x="3257551" y="1055622"/>
              <a:ext cx="1289288" cy="400685"/>
            </a:xfrm>
            <a:prstGeom prst="rect">
              <a:avLst/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EDCA240-FF6D-F4E3-9689-DFF696A568A6}"/>
              </a:ext>
            </a:extLst>
          </p:cNvPr>
          <p:cNvCxnSpPr>
            <a:cxnSpLocks/>
            <a:stCxn id="33" idx="4"/>
            <a:endCxn id="80" idx="0"/>
          </p:cNvCxnSpPr>
          <p:nvPr/>
        </p:nvCxnSpPr>
        <p:spPr>
          <a:xfrm flipH="1">
            <a:off x="5125055" y="3744465"/>
            <a:ext cx="6348" cy="16966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C5CB6E7E-6B9E-713B-FCFD-D555A45970C6}"/>
              </a:ext>
            </a:extLst>
          </p:cNvPr>
          <p:cNvCxnSpPr>
            <a:cxnSpLocks/>
            <a:stCxn id="41" idx="4"/>
            <a:endCxn id="79" idx="0"/>
          </p:cNvCxnSpPr>
          <p:nvPr/>
        </p:nvCxnSpPr>
        <p:spPr>
          <a:xfrm>
            <a:off x="7087264" y="4144646"/>
            <a:ext cx="1" cy="12969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74371038-6118-6B86-C83F-2818FEF4F1A7}"/>
              </a:ext>
            </a:extLst>
          </p:cNvPr>
          <p:cNvCxnSpPr>
            <a:cxnSpLocks/>
            <a:stCxn id="55" idx="4"/>
            <a:endCxn id="78" idx="0"/>
          </p:cNvCxnSpPr>
          <p:nvPr/>
        </p:nvCxnSpPr>
        <p:spPr>
          <a:xfrm>
            <a:off x="9049473" y="4544827"/>
            <a:ext cx="1" cy="8963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5EE3569B-3BB7-5176-33A1-1F4C28B867EA}"/>
              </a:ext>
            </a:extLst>
          </p:cNvPr>
          <p:cNvCxnSpPr>
            <a:cxnSpLocks/>
            <a:endCxn id="33" idx="2"/>
          </p:cNvCxnSpPr>
          <p:nvPr/>
        </p:nvCxnSpPr>
        <p:spPr>
          <a:xfrm>
            <a:off x="3169195" y="3544375"/>
            <a:ext cx="176211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837B5E44-9CC9-954D-FE9E-DD197F71D558}"/>
              </a:ext>
            </a:extLst>
          </p:cNvPr>
          <p:cNvCxnSpPr>
            <a:cxnSpLocks/>
          </p:cNvCxnSpPr>
          <p:nvPr/>
        </p:nvCxnSpPr>
        <p:spPr>
          <a:xfrm>
            <a:off x="5131404" y="3944555"/>
            <a:ext cx="176211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5B7FA757-E822-6FBF-9445-82E2EDF73EFD}"/>
              </a:ext>
            </a:extLst>
          </p:cNvPr>
          <p:cNvCxnSpPr>
            <a:cxnSpLocks/>
          </p:cNvCxnSpPr>
          <p:nvPr/>
        </p:nvCxnSpPr>
        <p:spPr>
          <a:xfrm>
            <a:off x="7077103" y="4344736"/>
            <a:ext cx="176211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Oval 96">
            <a:extLst>
              <a:ext uri="{FF2B5EF4-FFF2-40B4-BE49-F238E27FC236}">
                <a16:creationId xmlns:a16="http://schemas.microsoft.com/office/drawing/2014/main" id="{42CCEF5B-A189-5CC6-6847-29CE2E1A356E}"/>
              </a:ext>
            </a:extLst>
          </p:cNvPr>
          <p:cNvSpPr/>
          <p:nvPr/>
        </p:nvSpPr>
        <p:spPr>
          <a:xfrm>
            <a:off x="3137960" y="3514657"/>
            <a:ext cx="65649" cy="6564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B110F815-6A88-12C5-635E-6D8622C94F89}"/>
              </a:ext>
            </a:extLst>
          </p:cNvPr>
          <p:cNvSpPr/>
          <p:nvPr/>
        </p:nvSpPr>
        <p:spPr>
          <a:xfrm>
            <a:off x="9016647" y="2915131"/>
            <a:ext cx="65649" cy="6564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3685EEB4-AEB8-A096-6433-D4620B32118C}"/>
              </a:ext>
            </a:extLst>
          </p:cNvPr>
          <p:cNvSpPr/>
          <p:nvPr/>
        </p:nvSpPr>
        <p:spPr>
          <a:xfrm>
            <a:off x="5095404" y="3920502"/>
            <a:ext cx="65649" cy="6564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C4B390DA-291F-79E6-ED51-5EEB422CA945}"/>
              </a:ext>
            </a:extLst>
          </p:cNvPr>
          <p:cNvSpPr/>
          <p:nvPr/>
        </p:nvSpPr>
        <p:spPr>
          <a:xfrm>
            <a:off x="7052979" y="4314255"/>
            <a:ext cx="65649" cy="6564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A600196E-EEE4-178D-A7A2-D6E44E4A1678}"/>
              </a:ext>
            </a:extLst>
          </p:cNvPr>
          <p:cNvCxnSpPr>
            <a:cxnSpLocks/>
          </p:cNvCxnSpPr>
          <p:nvPr/>
        </p:nvCxnSpPr>
        <p:spPr>
          <a:xfrm flipH="1">
            <a:off x="3104782" y="1491064"/>
            <a:ext cx="128825" cy="1139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D1941C54-B43B-FBD2-1297-63A240D956D7}"/>
              </a:ext>
            </a:extLst>
          </p:cNvPr>
          <p:cNvCxnSpPr>
            <a:cxnSpLocks/>
          </p:cNvCxnSpPr>
          <p:nvPr/>
        </p:nvCxnSpPr>
        <p:spPr>
          <a:xfrm flipH="1">
            <a:off x="5066991" y="1490072"/>
            <a:ext cx="128825" cy="1139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472B0ED7-69D2-975D-D403-D802493D58AC}"/>
              </a:ext>
            </a:extLst>
          </p:cNvPr>
          <p:cNvCxnSpPr>
            <a:cxnSpLocks/>
          </p:cNvCxnSpPr>
          <p:nvPr/>
        </p:nvCxnSpPr>
        <p:spPr>
          <a:xfrm flipH="1">
            <a:off x="7012690" y="1491064"/>
            <a:ext cx="128825" cy="1139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5450C989-F794-1EEC-B368-C6C1228550AC}"/>
              </a:ext>
            </a:extLst>
          </p:cNvPr>
          <p:cNvCxnSpPr>
            <a:cxnSpLocks/>
          </p:cNvCxnSpPr>
          <p:nvPr/>
        </p:nvCxnSpPr>
        <p:spPr>
          <a:xfrm flipH="1">
            <a:off x="8985058" y="1496686"/>
            <a:ext cx="128825" cy="1139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7467FF75-6A23-2724-F323-C480C7166DBB}"/>
              </a:ext>
            </a:extLst>
          </p:cNvPr>
          <p:cNvSpPr txBox="1"/>
          <p:nvPr/>
        </p:nvSpPr>
        <p:spPr>
          <a:xfrm>
            <a:off x="2273695" y="986332"/>
            <a:ext cx="1778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K0    K1    K2    K3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8D52DAE7-DEF2-E2BC-5740-0FB2EFFA4C02}"/>
              </a:ext>
            </a:extLst>
          </p:cNvPr>
          <p:cNvSpPr txBox="1"/>
          <p:nvPr/>
        </p:nvSpPr>
        <p:spPr>
          <a:xfrm>
            <a:off x="4242803" y="992677"/>
            <a:ext cx="1778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K4    K5    K6    K7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2EB92A85-CAA3-0DCB-07A5-2ECA47F07CA3}"/>
              </a:ext>
            </a:extLst>
          </p:cNvPr>
          <p:cNvSpPr txBox="1"/>
          <p:nvPr/>
        </p:nvSpPr>
        <p:spPr>
          <a:xfrm>
            <a:off x="6126718" y="978484"/>
            <a:ext cx="1921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K8    K9   K10   K11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85496246-E14F-9921-5C04-97C3CE082AB6}"/>
              </a:ext>
            </a:extLst>
          </p:cNvPr>
          <p:cNvSpPr txBox="1"/>
          <p:nvPr/>
        </p:nvSpPr>
        <p:spPr>
          <a:xfrm>
            <a:off x="8078766" y="979225"/>
            <a:ext cx="1962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K12  K13  K14  K15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2B4F9A9F-DF7A-EDD4-AA8C-4C53D588EDAC}"/>
              </a:ext>
            </a:extLst>
          </p:cNvPr>
          <p:cNvSpPr txBox="1"/>
          <p:nvPr/>
        </p:nvSpPr>
        <p:spPr>
          <a:xfrm>
            <a:off x="3179356" y="1404063"/>
            <a:ext cx="457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32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2E15D916-8CF7-48B9-AB7E-F34B6CFD77E8}"/>
              </a:ext>
            </a:extLst>
          </p:cNvPr>
          <p:cNvSpPr txBox="1"/>
          <p:nvPr/>
        </p:nvSpPr>
        <p:spPr>
          <a:xfrm>
            <a:off x="5134861" y="1406017"/>
            <a:ext cx="457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32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3F24BC49-CF8E-B6AE-59DA-8E0633A0BCFE}"/>
              </a:ext>
            </a:extLst>
          </p:cNvPr>
          <p:cNvSpPr txBox="1"/>
          <p:nvPr/>
        </p:nvSpPr>
        <p:spPr>
          <a:xfrm>
            <a:off x="7105661" y="1399332"/>
            <a:ext cx="457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32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F4B669A6-541D-096A-45B9-4D819567F003}"/>
              </a:ext>
            </a:extLst>
          </p:cNvPr>
          <p:cNvSpPr txBox="1"/>
          <p:nvPr/>
        </p:nvSpPr>
        <p:spPr>
          <a:xfrm>
            <a:off x="9077020" y="1425944"/>
            <a:ext cx="457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32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098956C7-D911-F1F1-A226-E8F123FF099F}"/>
              </a:ext>
            </a:extLst>
          </p:cNvPr>
          <p:cNvSpPr txBox="1"/>
          <p:nvPr/>
        </p:nvSpPr>
        <p:spPr>
          <a:xfrm>
            <a:off x="2273695" y="1857819"/>
            <a:ext cx="1778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W[0]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8B07DD4C-88D2-474C-1612-C268E2ADB8F6}"/>
              </a:ext>
            </a:extLst>
          </p:cNvPr>
          <p:cNvSpPr txBox="1"/>
          <p:nvPr/>
        </p:nvSpPr>
        <p:spPr>
          <a:xfrm>
            <a:off x="4174521" y="1861520"/>
            <a:ext cx="1778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W[1]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D56D91C6-8658-937A-3635-9E9C8EDD76B1}"/>
              </a:ext>
            </a:extLst>
          </p:cNvPr>
          <p:cNvSpPr txBox="1"/>
          <p:nvPr/>
        </p:nvSpPr>
        <p:spPr>
          <a:xfrm>
            <a:off x="6126718" y="1849971"/>
            <a:ext cx="1921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W[2]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780F11DA-1D08-3D21-7B4B-672ACD9A95D7}"/>
              </a:ext>
            </a:extLst>
          </p:cNvPr>
          <p:cNvSpPr txBox="1"/>
          <p:nvPr/>
        </p:nvSpPr>
        <p:spPr>
          <a:xfrm>
            <a:off x="8078766" y="1850712"/>
            <a:ext cx="1941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W[3]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F80D4BF4-5A69-0E59-CE82-EE277FA94604}"/>
              </a:ext>
            </a:extLst>
          </p:cNvPr>
          <p:cNvSpPr txBox="1"/>
          <p:nvPr/>
        </p:nvSpPr>
        <p:spPr>
          <a:xfrm>
            <a:off x="2273695" y="5440350"/>
            <a:ext cx="1778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W[4]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B7BD6C84-7457-F838-5DD8-ED66E45A68E8}"/>
              </a:ext>
            </a:extLst>
          </p:cNvPr>
          <p:cNvSpPr txBox="1"/>
          <p:nvPr/>
        </p:nvSpPr>
        <p:spPr>
          <a:xfrm>
            <a:off x="4174521" y="5444051"/>
            <a:ext cx="1778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W[5]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787E5195-C7A3-7404-F911-8E7236CF253F}"/>
              </a:ext>
            </a:extLst>
          </p:cNvPr>
          <p:cNvSpPr txBox="1"/>
          <p:nvPr/>
        </p:nvSpPr>
        <p:spPr>
          <a:xfrm>
            <a:off x="6126718" y="5432502"/>
            <a:ext cx="1921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W[6]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612633EB-9AF0-23D8-79A4-DBE254123920}"/>
              </a:ext>
            </a:extLst>
          </p:cNvPr>
          <p:cNvSpPr txBox="1"/>
          <p:nvPr/>
        </p:nvSpPr>
        <p:spPr>
          <a:xfrm>
            <a:off x="8078766" y="5433243"/>
            <a:ext cx="1941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W[8]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29FFF562-8F9B-3854-F86D-1CE55A96927C}"/>
              </a:ext>
            </a:extLst>
          </p:cNvPr>
          <p:cNvSpPr txBox="1"/>
          <p:nvPr/>
        </p:nvSpPr>
        <p:spPr>
          <a:xfrm>
            <a:off x="209372" y="1849971"/>
            <a:ext cx="1778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Round key 0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0DECA99-FE44-4CBC-E748-2BE460A5DA59}"/>
              </a:ext>
            </a:extLst>
          </p:cNvPr>
          <p:cNvSpPr txBox="1"/>
          <p:nvPr/>
        </p:nvSpPr>
        <p:spPr>
          <a:xfrm>
            <a:off x="280915" y="5456555"/>
            <a:ext cx="1778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Next round key</a:t>
            </a:r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D417B3D8-05FC-EBE2-8A73-2E617722E42E}"/>
              </a:ext>
            </a:extLst>
          </p:cNvPr>
          <p:cNvCxnSpPr>
            <a:cxnSpLocks/>
          </p:cNvCxnSpPr>
          <p:nvPr/>
        </p:nvCxnSpPr>
        <p:spPr>
          <a:xfrm>
            <a:off x="3148507" y="5841312"/>
            <a:ext cx="0" cy="4001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4DAA52E5-258D-5D34-0460-EB8459B07CC9}"/>
              </a:ext>
            </a:extLst>
          </p:cNvPr>
          <p:cNvCxnSpPr>
            <a:cxnSpLocks/>
          </p:cNvCxnSpPr>
          <p:nvPr/>
        </p:nvCxnSpPr>
        <p:spPr>
          <a:xfrm>
            <a:off x="5131404" y="5844760"/>
            <a:ext cx="0" cy="4001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180121B1-8001-5154-8407-01869DF5230A}"/>
              </a:ext>
            </a:extLst>
          </p:cNvPr>
          <p:cNvCxnSpPr>
            <a:cxnSpLocks/>
          </p:cNvCxnSpPr>
          <p:nvPr/>
        </p:nvCxnSpPr>
        <p:spPr>
          <a:xfrm>
            <a:off x="7091676" y="5841312"/>
            <a:ext cx="0" cy="4001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E928FCB2-96E3-11E0-9487-38080C452A40}"/>
              </a:ext>
            </a:extLst>
          </p:cNvPr>
          <p:cNvCxnSpPr>
            <a:cxnSpLocks/>
          </p:cNvCxnSpPr>
          <p:nvPr/>
        </p:nvCxnSpPr>
        <p:spPr>
          <a:xfrm>
            <a:off x="9071059" y="5841312"/>
            <a:ext cx="0" cy="4001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A547DA04-14DB-3B77-F0FA-DDFF4A8FC91F}"/>
              </a:ext>
            </a:extLst>
          </p:cNvPr>
          <p:cNvCxnSpPr>
            <a:cxnSpLocks/>
          </p:cNvCxnSpPr>
          <p:nvPr/>
        </p:nvCxnSpPr>
        <p:spPr>
          <a:xfrm>
            <a:off x="4133790" y="6041402"/>
            <a:ext cx="0" cy="400181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0BD9C2AA-105F-164F-E6FA-B7D81E78D0BF}"/>
              </a:ext>
            </a:extLst>
          </p:cNvPr>
          <p:cNvCxnSpPr>
            <a:cxnSpLocks/>
          </p:cNvCxnSpPr>
          <p:nvPr/>
        </p:nvCxnSpPr>
        <p:spPr>
          <a:xfrm>
            <a:off x="8102599" y="6041402"/>
            <a:ext cx="0" cy="400181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3FC33451-09F6-D263-E4AA-EC89CEED54CA}"/>
              </a:ext>
            </a:extLst>
          </p:cNvPr>
          <p:cNvCxnSpPr>
            <a:cxnSpLocks/>
          </p:cNvCxnSpPr>
          <p:nvPr/>
        </p:nvCxnSpPr>
        <p:spPr>
          <a:xfrm>
            <a:off x="6095999" y="6041402"/>
            <a:ext cx="0" cy="400181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6749B01-09EA-9E1F-2FDF-79DC13B5C9B5}"/>
              </a:ext>
            </a:extLst>
          </p:cNvPr>
          <p:cNvCxnSpPr>
            <a:cxnSpLocks/>
            <a:endCxn id="125" idx="3"/>
          </p:cNvCxnSpPr>
          <p:nvPr/>
        </p:nvCxnSpPr>
        <p:spPr>
          <a:xfrm flipH="1">
            <a:off x="10020655" y="2027751"/>
            <a:ext cx="666395" cy="76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88307FD-9B46-FC4E-F4DC-972D02CB7335}"/>
              </a:ext>
            </a:extLst>
          </p:cNvPr>
          <p:cNvSpPr txBox="1"/>
          <p:nvPr/>
        </p:nvSpPr>
        <p:spPr>
          <a:xfrm>
            <a:off x="10559681" y="1719319"/>
            <a:ext cx="17782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Enable from FSM</a:t>
            </a:r>
          </a:p>
        </p:txBody>
      </p:sp>
    </p:spTree>
    <p:extLst>
      <p:ext uri="{BB962C8B-B14F-4D97-AF65-F5344CB8AC3E}">
        <p14:creationId xmlns:p14="http://schemas.microsoft.com/office/powerpoint/2010/main" val="3357552373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9AEBA-D84B-897B-9B28-8DCBF4D70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1CD78C72-D367-A159-9532-1A04DA933F19}"/>
              </a:ext>
            </a:extLst>
          </p:cNvPr>
          <p:cNvSpPr txBox="1">
            <a:spLocks/>
          </p:cNvSpPr>
          <p:nvPr/>
        </p:nvSpPr>
        <p:spPr>
          <a:xfrm>
            <a:off x="4947154" y="99986"/>
            <a:ext cx="2359128" cy="5985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/>
              <a:t>Key Generator</a:t>
            </a:r>
            <a:endParaRPr lang="en-US" sz="2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65FD1F-7364-E5CB-673E-80C887183EA8}"/>
              </a:ext>
            </a:extLst>
          </p:cNvPr>
          <p:cNvSpPr txBox="1"/>
          <p:nvPr/>
        </p:nvSpPr>
        <p:spPr>
          <a:xfrm>
            <a:off x="457052" y="1119351"/>
            <a:ext cx="44168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One comb. Block with FSM to calculate the next key and put it in the round key register.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C6B173-2D56-E6A0-1CD2-82398B630CEF}"/>
              </a:ext>
            </a:extLst>
          </p:cNvPr>
          <p:cNvSpPr txBox="1"/>
          <p:nvPr/>
        </p:nvSpPr>
        <p:spPr>
          <a:xfrm>
            <a:off x="462704" y="2566526"/>
            <a:ext cx="42635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Then the previous key is used to calculate the next key and store it in the register.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A82FCC-192E-014C-0EEE-40685990EB4D}"/>
              </a:ext>
            </a:extLst>
          </p:cNvPr>
          <p:cNvSpPr txBox="1"/>
          <p:nvPr/>
        </p:nvSpPr>
        <p:spPr>
          <a:xfrm>
            <a:off x="457052" y="4321479"/>
            <a:ext cx="386348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An enable signal is provided from the FSM for 11 cycles to calculate all the keys and then every key is assigned to its correct register.</a:t>
            </a:r>
          </a:p>
        </p:txBody>
      </p: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DF78B638-5104-3F37-9B24-D9589AE3B92E}"/>
              </a:ext>
            </a:extLst>
          </p:cNvPr>
          <p:cNvGrpSpPr/>
          <p:nvPr/>
        </p:nvGrpSpPr>
        <p:grpSpPr>
          <a:xfrm>
            <a:off x="7433133" y="698568"/>
            <a:ext cx="4525700" cy="2497493"/>
            <a:chOff x="209372" y="970906"/>
            <a:chExt cx="9913399" cy="5470677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1A4E0F4A-A27A-39A5-6662-1F377A1EAE07}"/>
                </a:ext>
              </a:extLst>
            </p:cNvPr>
            <p:cNvGrpSpPr/>
            <p:nvPr/>
          </p:nvGrpSpPr>
          <p:grpSpPr>
            <a:xfrm>
              <a:off x="2171581" y="970906"/>
              <a:ext cx="7848837" cy="400685"/>
              <a:chOff x="1968263" y="1055622"/>
              <a:chExt cx="5157152" cy="40119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50F065D3-CAEE-2705-207F-21C10717783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968263" y="1055623"/>
                <a:ext cx="1289288" cy="400685"/>
              </a:xfrm>
              <a:prstGeom prst="rect">
                <a:avLst/>
              </a:prstGeom>
              <a:noFill/>
              <a:ln w="444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156F0E4A-C470-E03A-23B3-E46710D1C9E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836127" y="1055622"/>
                <a:ext cx="1289288" cy="400685"/>
              </a:xfrm>
              <a:prstGeom prst="rect">
                <a:avLst/>
              </a:prstGeom>
              <a:noFill/>
              <a:ln w="444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7C160A45-ADD2-F9CA-1310-CE6FA310886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546839" y="1056127"/>
                <a:ext cx="1289288" cy="400685"/>
              </a:xfrm>
              <a:prstGeom prst="rect">
                <a:avLst/>
              </a:prstGeom>
              <a:noFill/>
              <a:ln w="444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C9A97E41-02B6-27C8-6AB3-D4C6F272F06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257551" y="1055622"/>
                <a:ext cx="1289288" cy="400685"/>
              </a:xfrm>
              <a:prstGeom prst="rect">
                <a:avLst/>
              </a:prstGeom>
              <a:noFill/>
              <a:ln w="444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19EE43E7-7DEE-2ECC-BB74-060641920818}"/>
                </a:ext>
              </a:extLst>
            </p:cNvPr>
            <p:cNvGrpSpPr/>
            <p:nvPr/>
          </p:nvGrpSpPr>
          <p:grpSpPr>
            <a:xfrm>
              <a:off x="2181741" y="1847206"/>
              <a:ext cx="7848837" cy="400685"/>
              <a:chOff x="1968263" y="1055622"/>
              <a:chExt cx="5157152" cy="401190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39310186-88EC-6609-7198-045B75C3195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968263" y="1055623"/>
                <a:ext cx="1289288" cy="400685"/>
              </a:xfrm>
              <a:prstGeom prst="rect">
                <a:avLst/>
              </a:prstGeom>
              <a:noFill/>
              <a:ln w="444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35C18978-C269-871F-104D-F30C39AC314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836127" y="1055622"/>
                <a:ext cx="1289288" cy="400685"/>
              </a:xfrm>
              <a:prstGeom prst="rect">
                <a:avLst/>
              </a:prstGeom>
              <a:noFill/>
              <a:ln w="444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F9A21AB7-54E2-2709-61AC-95EA4366B77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546839" y="1056127"/>
                <a:ext cx="1289288" cy="400685"/>
              </a:xfrm>
              <a:prstGeom prst="rect">
                <a:avLst/>
              </a:prstGeom>
              <a:noFill/>
              <a:ln w="444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CA85DECF-B691-65D4-8229-AE3F9F9D285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257551" y="1055622"/>
                <a:ext cx="1289288" cy="400685"/>
              </a:xfrm>
              <a:prstGeom prst="rect">
                <a:avLst/>
              </a:prstGeom>
              <a:noFill/>
              <a:ln w="444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A515B375-B508-15F9-9FF3-F25388E194D7}"/>
                </a:ext>
              </a:extLst>
            </p:cNvPr>
            <p:cNvCxnSpPr>
              <a:cxnSpLocks/>
              <a:stCxn id="28" idx="2"/>
              <a:endCxn id="48" idx="0"/>
            </p:cNvCxnSpPr>
            <p:nvPr/>
          </p:nvCxnSpPr>
          <p:spPr>
            <a:xfrm>
              <a:off x="3152686" y="1371088"/>
              <a:ext cx="10160" cy="47611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7FDBFC88-84ED-F399-545B-4D33FFD47BCE}"/>
                </a:ext>
              </a:extLst>
            </p:cNvPr>
            <p:cNvCxnSpPr>
              <a:cxnSpLocks/>
              <a:stCxn id="29" idx="2"/>
              <a:endCxn id="49" idx="0"/>
            </p:cNvCxnSpPr>
            <p:nvPr/>
          </p:nvCxnSpPr>
          <p:spPr>
            <a:xfrm>
              <a:off x="9039314" y="1371087"/>
              <a:ext cx="10160" cy="47611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8CB6B309-CB50-AC9F-48AD-29AE095230EB}"/>
                </a:ext>
              </a:extLst>
            </p:cNvPr>
            <p:cNvCxnSpPr>
              <a:cxnSpLocks/>
              <a:stCxn id="45" idx="2"/>
              <a:endCxn id="50" idx="0"/>
            </p:cNvCxnSpPr>
            <p:nvPr/>
          </p:nvCxnSpPr>
          <p:spPr>
            <a:xfrm>
              <a:off x="7077105" y="1371591"/>
              <a:ext cx="10160" cy="47611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E5BEF5B4-C156-B7A5-0613-B1AE51630BC3}"/>
                </a:ext>
              </a:extLst>
            </p:cNvPr>
            <p:cNvCxnSpPr>
              <a:cxnSpLocks/>
              <a:stCxn id="46" idx="2"/>
              <a:endCxn id="51" idx="0"/>
            </p:cNvCxnSpPr>
            <p:nvPr/>
          </p:nvCxnSpPr>
          <p:spPr>
            <a:xfrm>
              <a:off x="5114895" y="1371087"/>
              <a:ext cx="10160" cy="47611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25DD73D8-9302-6FB8-7347-E621C5650002}"/>
                </a:ext>
              </a:extLst>
            </p:cNvPr>
            <p:cNvCxnSpPr>
              <a:cxnSpLocks/>
            </p:cNvCxnSpPr>
            <p:nvPr/>
          </p:nvCxnSpPr>
          <p:spPr>
            <a:xfrm>
              <a:off x="3169034" y="2269549"/>
              <a:ext cx="2" cy="45395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0CD2CDC2-0802-41F6-0E29-B0B849B2C537}"/>
                </a:ext>
              </a:extLst>
            </p:cNvPr>
            <p:cNvSpPr/>
            <p:nvPr/>
          </p:nvSpPr>
          <p:spPr>
            <a:xfrm>
              <a:off x="2968944" y="2745669"/>
              <a:ext cx="400181" cy="40018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BE2088BD-541F-F6FB-A9EF-5CC8DA27F354}"/>
                </a:ext>
              </a:extLst>
            </p:cNvPr>
            <p:cNvCxnSpPr>
              <a:stCxn id="57" idx="0"/>
              <a:endCxn id="57" idx="4"/>
            </p:cNvCxnSpPr>
            <p:nvPr/>
          </p:nvCxnSpPr>
          <p:spPr>
            <a:xfrm>
              <a:off x="3169035" y="2745669"/>
              <a:ext cx="0" cy="40018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7F953735-0FC1-EF09-6107-D7C9520262D6}"/>
                </a:ext>
              </a:extLst>
            </p:cNvPr>
            <p:cNvCxnSpPr>
              <a:cxnSpLocks/>
              <a:stCxn id="57" idx="6"/>
              <a:endCxn id="57" idx="2"/>
            </p:cNvCxnSpPr>
            <p:nvPr/>
          </p:nvCxnSpPr>
          <p:spPr>
            <a:xfrm flipH="1">
              <a:off x="2968944" y="2945760"/>
              <a:ext cx="40018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A99AE1E2-2F08-3F61-D6A5-628BFC4874FD}"/>
                </a:ext>
              </a:extLst>
            </p:cNvPr>
            <p:cNvCxnSpPr>
              <a:cxnSpLocks/>
              <a:stCxn id="51" idx="2"/>
              <a:endCxn id="61" idx="0"/>
            </p:cNvCxnSpPr>
            <p:nvPr/>
          </p:nvCxnSpPr>
          <p:spPr>
            <a:xfrm>
              <a:off x="5125055" y="2247387"/>
              <a:ext cx="6348" cy="109689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38E576EC-E682-BB62-FDE4-EECEFC94F281}"/>
                </a:ext>
              </a:extLst>
            </p:cNvPr>
            <p:cNvSpPr/>
            <p:nvPr/>
          </p:nvSpPr>
          <p:spPr>
            <a:xfrm>
              <a:off x="4931312" y="3344284"/>
              <a:ext cx="400181" cy="40018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40080505-73AD-CDF0-17CC-1E7D7EE08897}"/>
                </a:ext>
              </a:extLst>
            </p:cNvPr>
            <p:cNvCxnSpPr>
              <a:stCxn id="61" idx="0"/>
              <a:endCxn id="61" idx="4"/>
            </p:cNvCxnSpPr>
            <p:nvPr/>
          </p:nvCxnSpPr>
          <p:spPr>
            <a:xfrm>
              <a:off x="5131403" y="3344284"/>
              <a:ext cx="0" cy="40018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DA32E2E-CB35-342E-D439-839B0B73E777}"/>
                </a:ext>
              </a:extLst>
            </p:cNvPr>
            <p:cNvCxnSpPr>
              <a:cxnSpLocks/>
              <a:stCxn id="61" idx="6"/>
              <a:endCxn id="61" idx="2"/>
            </p:cNvCxnSpPr>
            <p:nvPr/>
          </p:nvCxnSpPr>
          <p:spPr>
            <a:xfrm flipH="1">
              <a:off x="4931312" y="3544375"/>
              <a:ext cx="40018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A505E17F-2ACD-B8AA-2495-6E421AD77DA4}"/>
                </a:ext>
              </a:extLst>
            </p:cNvPr>
            <p:cNvCxnSpPr>
              <a:cxnSpLocks/>
              <a:stCxn id="50" idx="2"/>
              <a:endCxn id="67" idx="0"/>
            </p:cNvCxnSpPr>
            <p:nvPr/>
          </p:nvCxnSpPr>
          <p:spPr>
            <a:xfrm flipH="1">
              <a:off x="7087264" y="2247891"/>
              <a:ext cx="1" cy="149657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9A5C4063-B4EF-739A-7BF4-951E37C92CA1}"/>
                </a:ext>
              </a:extLst>
            </p:cNvPr>
            <p:cNvGrpSpPr/>
            <p:nvPr/>
          </p:nvGrpSpPr>
          <p:grpSpPr>
            <a:xfrm>
              <a:off x="6887173" y="3744465"/>
              <a:ext cx="400181" cy="400181"/>
              <a:chOff x="6877012" y="4149598"/>
              <a:chExt cx="400181" cy="400181"/>
            </a:xfrm>
          </p:grpSpPr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144A254B-3861-1195-5B76-2BC7D085A84B}"/>
                  </a:ext>
                </a:extLst>
              </p:cNvPr>
              <p:cNvSpPr/>
              <p:nvPr/>
            </p:nvSpPr>
            <p:spPr>
              <a:xfrm>
                <a:off x="6877012" y="4149598"/>
                <a:ext cx="400181" cy="40018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E71D61A3-7581-15A7-7A41-FEB589CC165D}"/>
                  </a:ext>
                </a:extLst>
              </p:cNvPr>
              <p:cNvCxnSpPr>
                <a:cxnSpLocks/>
                <a:stCxn id="67" idx="0"/>
                <a:endCxn id="67" idx="4"/>
              </p:cNvCxnSpPr>
              <p:nvPr/>
            </p:nvCxnSpPr>
            <p:spPr>
              <a:xfrm>
                <a:off x="7077103" y="4149598"/>
                <a:ext cx="0" cy="40018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765E13AD-C4A2-A7B2-931B-E8B6EF782490}"/>
                  </a:ext>
                </a:extLst>
              </p:cNvPr>
              <p:cNvCxnSpPr>
                <a:cxnSpLocks/>
                <a:stCxn id="67" idx="6"/>
                <a:endCxn id="67" idx="2"/>
              </p:cNvCxnSpPr>
              <p:nvPr/>
            </p:nvCxnSpPr>
            <p:spPr>
              <a:xfrm flipH="1">
                <a:off x="6877012" y="4349689"/>
                <a:ext cx="40018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013A3CFF-ACBF-5541-CBBC-C51325322CF7}"/>
                </a:ext>
              </a:extLst>
            </p:cNvPr>
            <p:cNvCxnSpPr>
              <a:cxnSpLocks/>
              <a:stCxn id="49" idx="2"/>
              <a:endCxn id="72" idx="0"/>
            </p:cNvCxnSpPr>
            <p:nvPr/>
          </p:nvCxnSpPr>
          <p:spPr>
            <a:xfrm flipH="1">
              <a:off x="9049473" y="2247387"/>
              <a:ext cx="1" cy="189725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9B44448B-7AAD-D1D3-6F98-66C13D087093}"/>
                </a:ext>
              </a:extLst>
            </p:cNvPr>
            <p:cNvGrpSpPr/>
            <p:nvPr/>
          </p:nvGrpSpPr>
          <p:grpSpPr>
            <a:xfrm>
              <a:off x="8849382" y="4144646"/>
              <a:ext cx="400181" cy="400181"/>
              <a:chOff x="6877012" y="4149598"/>
              <a:chExt cx="400181" cy="400181"/>
            </a:xfrm>
          </p:grpSpPr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53A5DEF2-8E9B-CA8A-9999-EC5F1DC46E12}"/>
                  </a:ext>
                </a:extLst>
              </p:cNvPr>
              <p:cNvSpPr/>
              <p:nvPr/>
            </p:nvSpPr>
            <p:spPr>
              <a:xfrm>
                <a:off x="6877012" y="4149598"/>
                <a:ext cx="400181" cy="40018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9E5F98CF-0994-F2E1-D4DE-94EF10826B53}"/>
                  </a:ext>
                </a:extLst>
              </p:cNvPr>
              <p:cNvCxnSpPr>
                <a:cxnSpLocks/>
                <a:stCxn id="72" idx="0"/>
                <a:endCxn id="72" idx="4"/>
              </p:cNvCxnSpPr>
              <p:nvPr/>
            </p:nvCxnSpPr>
            <p:spPr>
              <a:xfrm>
                <a:off x="7077103" y="4149598"/>
                <a:ext cx="0" cy="40018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34660FF7-31E0-4991-03CC-275F0A03CF56}"/>
                  </a:ext>
                </a:extLst>
              </p:cNvPr>
              <p:cNvCxnSpPr>
                <a:cxnSpLocks/>
                <a:stCxn id="72" idx="6"/>
                <a:endCxn id="72" idx="2"/>
              </p:cNvCxnSpPr>
              <p:nvPr/>
            </p:nvCxnSpPr>
            <p:spPr>
              <a:xfrm flipH="1">
                <a:off x="6877012" y="4349689"/>
                <a:ext cx="40018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5" name="Rectangle 74">
              <a:hlinkClick r:id="rId2" action="ppaction://hlinksldjump"/>
              <a:extLst>
                <a:ext uri="{FF2B5EF4-FFF2-40B4-BE49-F238E27FC236}">
                  <a16:creationId xmlns:a16="http://schemas.microsoft.com/office/drawing/2014/main" id="{0AC8B40E-94B5-1DE0-7D89-AF05C5F87D8C}"/>
                </a:ext>
              </a:extLst>
            </p:cNvPr>
            <p:cNvSpPr/>
            <p:nvPr/>
          </p:nvSpPr>
          <p:spPr>
            <a:xfrm>
              <a:off x="3851910" y="2745669"/>
              <a:ext cx="498319" cy="400685"/>
            </a:xfrm>
            <a:prstGeom prst="rect">
              <a:avLst/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Box 75">
              <a:hlinkClick r:id="rId2" action="ppaction://hlinksldjump"/>
              <a:extLst>
                <a:ext uri="{FF2B5EF4-FFF2-40B4-BE49-F238E27FC236}">
                  <a16:creationId xmlns:a16="http://schemas.microsoft.com/office/drawing/2014/main" id="{5C54A7C5-6CF1-C1DC-06EE-1993437B24B0}"/>
                </a:ext>
              </a:extLst>
            </p:cNvPr>
            <p:cNvSpPr txBox="1"/>
            <p:nvPr/>
          </p:nvSpPr>
          <p:spPr>
            <a:xfrm>
              <a:off x="3951061" y="2722809"/>
              <a:ext cx="296876" cy="438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/>
                <a:t>g</a:t>
              </a:r>
            </a:p>
          </p:txBody>
        </p: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F1CEE34D-02D5-BE0D-DA3A-775FCA2C8FB5}"/>
                </a:ext>
              </a:extLst>
            </p:cNvPr>
            <p:cNvCxnSpPr>
              <a:cxnSpLocks/>
              <a:endCxn id="75" idx="3"/>
            </p:cNvCxnSpPr>
            <p:nvPr/>
          </p:nvCxnSpPr>
          <p:spPr>
            <a:xfrm flipH="1">
              <a:off x="4350229" y="2945759"/>
              <a:ext cx="4699243" cy="2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A030DAE3-B4FC-1F8C-30A0-46CB285EE4A9}"/>
                </a:ext>
              </a:extLst>
            </p:cNvPr>
            <p:cNvCxnSpPr>
              <a:cxnSpLocks/>
              <a:stCxn id="75" idx="1"/>
              <a:endCxn id="57" idx="6"/>
            </p:cNvCxnSpPr>
            <p:nvPr/>
          </p:nvCxnSpPr>
          <p:spPr>
            <a:xfrm flipH="1" flipV="1">
              <a:off x="3369125" y="2945760"/>
              <a:ext cx="482785" cy="25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2184AEF5-FECA-DCA4-C61D-8CDE017115F6}"/>
                </a:ext>
              </a:extLst>
            </p:cNvPr>
            <p:cNvCxnSpPr>
              <a:cxnSpLocks/>
              <a:stCxn id="57" idx="4"/>
              <a:endCxn id="81" idx="0"/>
            </p:cNvCxnSpPr>
            <p:nvPr/>
          </p:nvCxnSpPr>
          <p:spPr>
            <a:xfrm flipH="1">
              <a:off x="3162846" y="3145850"/>
              <a:ext cx="6189" cy="22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DE388C89-A9DC-92BA-B308-B40936C68853}"/>
                </a:ext>
              </a:extLst>
            </p:cNvPr>
            <p:cNvGrpSpPr/>
            <p:nvPr/>
          </p:nvGrpSpPr>
          <p:grpSpPr>
            <a:xfrm>
              <a:off x="2181741" y="5441131"/>
              <a:ext cx="7848837" cy="400685"/>
              <a:chOff x="1968263" y="1055622"/>
              <a:chExt cx="5157152" cy="401190"/>
            </a:xfrm>
          </p:grpSpPr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21680420-29C3-9B43-1A3F-C42310AB3BB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968263" y="1055623"/>
                <a:ext cx="1289288" cy="400685"/>
              </a:xfrm>
              <a:prstGeom prst="rect">
                <a:avLst/>
              </a:prstGeom>
              <a:noFill/>
              <a:ln w="444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A492DDE8-E641-F7F1-C378-7525EE48AA7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836127" y="1055622"/>
                <a:ext cx="1289288" cy="400685"/>
              </a:xfrm>
              <a:prstGeom prst="rect">
                <a:avLst/>
              </a:prstGeom>
              <a:noFill/>
              <a:ln w="444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8885CF69-A10C-95F5-EC25-642EC43700C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546839" y="1056127"/>
                <a:ext cx="1289288" cy="400685"/>
              </a:xfrm>
              <a:prstGeom prst="rect">
                <a:avLst/>
              </a:prstGeom>
              <a:noFill/>
              <a:ln w="444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6D34C658-6D62-8645-038D-0EC1E488CD1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257551" y="1055622"/>
                <a:ext cx="1289288" cy="400685"/>
              </a:xfrm>
              <a:prstGeom prst="rect">
                <a:avLst/>
              </a:prstGeom>
              <a:noFill/>
              <a:ln w="444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4D389F29-01FA-37BD-3B06-C3031351C50B}"/>
                </a:ext>
              </a:extLst>
            </p:cNvPr>
            <p:cNvCxnSpPr>
              <a:cxnSpLocks/>
              <a:stCxn id="61" idx="4"/>
              <a:endCxn id="89" idx="0"/>
            </p:cNvCxnSpPr>
            <p:nvPr/>
          </p:nvCxnSpPr>
          <p:spPr>
            <a:xfrm flipH="1">
              <a:off x="5125055" y="3744465"/>
              <a:ext cx="6348" cy="16966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0A0567C5-E202-3CAB-C3B3-C71483B49EBB}"/>
                </a:ext>
              </a:extLst>
            </p:cNvPr>
            <p:cNvCxnSpPr>
              <a:cxnSpLocks/>
              <a:stCxn id="67" idx="4"/>
              <a:endCxn id="87" idx="0"/>
            </p:cNvCxnSpPr>
            <p:nvPr/>
          </p:nvCxnSpPr>
          <p:spPr>
            <a:xfrm>
              <a:off x="7087264" y="4144646"/>
              <a:ext cx="1" cy="129698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D9290CAB-B31B-9EE1-9EBA-1426A3B28996}"/>
                </a:ext>
              </a:extLst>
            </p:cNvPr>
            <p:cNvCxnSpPr>
              <a:cxnSpLocks/>
              <a:stCxn id="72" idx="4"/>
              <a:endCxn id="86" idx="0"/>
            </p:cNvCxnSpPr>
            <p:nvPr/>
          </p:nvCxnSpPr>
          <p:spPr>
            <a:xfrm>
              <a:off x="9049473" y="4544827"/>
              <a:ext cx="1" cy="89630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5770DBE1-23BF-EB8A-1BC0-8E812E087AB8}"/>
                </a:ext>
              </a:extLst>
            </p:cNvPr>
            <p:cNvCxnSpPr>
              <a:cxnSpLocks/>
              <a:endCxn id="61" idx="2"/>
            </p:cNvCxnSpPr>
            <p:nvPr/>
          </p:nvCxnSpPr>
          <p:spPr>
            <a:xfrm>
              <a:off x="3169195" y="3544375"/>
              <a:ext cx="176211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3B8EE657-2EEC-6110-F6B5-0E9D202F5F2E}"/>
                </a:ext>
              </a:extLst>
            </p:cNvPr>
            <p:cNvCxnSpPr>
              <a:cxnSpLocks/>
            </p:cNvCxnSpPr>
            <p:nvPr/>
          </p:nvCxnSpPr>
          <p:spPr>
            <a:xfrm>
              <a:off x="5131404" y="3944555"/>
              <a:ext cx="176211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3AA4C204-4040-3C9E-A0E5-5C259A9D84B2}"/>
                </a:ext>
              </a:extLst>
            </p:cNvPr>
            <p:cNvCxnSpPr>
              <a:cxnSpLocks/>
            </p:cNvCxnSpPr>
            <p:nvPr/>
          </p:nvCxnSpPr>
          <p:spPr>
            <a:xfrm>
              <a:off x="7077103" y="4344736"/>
              <a:ext cx="176211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EE1E2BA6-E568-18F2-C5A4-4B423E1AC898}"/>
                </a:ext>
              </a:extLst>
            </p:cNvPr>
            <p:cNvSpPr/>
            <p:nvPr/>
          </p:nvSpPr>
          <p:spPr>
            <a:xfrm>
              <a:off x="3137960" y="3514657"/>
              <a:ext cx="65649" cy="656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091D53F3-4458-646C-34FB-1D3D895A8D96}"/>
                </a:ext>
              </a:extLst>
            </p:cNvPr>
            <p:cNvSpPr/>
            <p:nvPr/>
          </p:nvSpPr>
          <p:spPr>
            <a:xfrm>
              <a:off x="9016647" y="2915131"/>
              <a:ext cx="65649" cy="656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CCA2320D-3596-2AE1-027E-B878EEC783F9}"/>
                </a:ext>
              </a:extLst>
            </p:cNvPr>
            <p:cNvSpPr/>
            <p:nvPr/>
          </p:nvSpPr>
          <p:spPr>
            <a:xfrm>
              <a:off x="5098579" y="3920502"/>
              <a:ext cx="65649" cy="656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89C563D4-0EF5-8887-1AA4-268872198C0F}"/>
                </a:ext>
              </a:extLst>
            </p:cNvPr>
            <p:cNvSpPr/>
            <p:nvPr/>
          </p:nvSpPr>
          <p:spPr>
            <a:xfrm>
              <a:off x="7052979" y="4314255"/>
              <a:ext cx="65649" cy="656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90048354-02DA-208A-5C20-ABA65C1286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04782" y="1491064"/>
              <a:ext cx="128825" cy="11392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16B344CA-1F8A-1DA3-9D07-3539F9762A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66991" y="1490072"/>
              <a:ext cx="128825" cy="11392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0F371E63-1ADB-DCEF-C921-497FF64854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12690" y="1491064"/>
              <a:ext cx="128825" cy="11392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615CA679-08B0-EB6D-C860-EDD5213C4D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85058" y="1496686"/>
              <a:ext cx="128825" cy="11392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D31F7C86-150B-1711-316F-D7BCF0C6AF21}"/>
                </a:ext>
              </a:extLst>
            </p:cNvPr>
            <p:cNvSpPr txBox="1"/>
            <p:nvPr/>
          </p:nvSpPr>
          <p:spPr>
            <a:xfrm>
              <a:off x="2273695" y="986331"/>
              <a:ext cx="1778298" cy="438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/>
                <a:t>K0    K1    K2    K3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D451499F-E5C2-C867-DBE3-7D89870AA32D}"/>
                </a:ext>
              </a:extLst>
            </p:cNvPr>
            <p:cNvSpPr txBox="1"/>
            <p:nvPr/>
          </p:nvSpPr>
          <p:spPr>
            <a:xfrm>
              <a:off x="4242803" y="992677"/>
              <a:ext cx="1778298" cy="438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/>
                <a:t>K4    K5    K6    K7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F3D83EC1-92F8-3293-CC93-86516D414D53}"/>
                </a:ext>
              </a:extLst>
            </p:cNvPr>
            <p:cNvSpPr txBox="1"/>
            <p:nvPr/>
          </p:nvSpPr>
          <p:spPr>
            <a:xfrm>
              <a:off x="6126719" y="978485"/>
              <a:ext cx="1921329" cy="438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/>
                <a:t>K8    K9   K10   K11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F4A03DAA-B58B-A7C7-1691-40A4EC024B5C}"/>
                </a:ext>
              </a:extLst>
            </p:cNvPr>
            <p:cNvSpPr txBox="1"/>
            <p:nvPr/>
          </p:nvSpPr>
          <p:spPr>
            <a:xfrm>
              <a:off x="8078765" y="979225"/>
              <a:ext cx="1962210" cy="438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/>
                <a:t>K12  K13  K14  K15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718C9F24-8EF2-EB14-0CAF-664A5DE01707}"/>
                </a:ext>
              </a:extLst>
            </p:cNvPr>
            <p:cNvSpPr txBox="1"/>
            <p:nvPr/>
          </p:nvSpPr>
          <p:spPr>
            <a:xfrm>
              <a:off x="3179355" y="1404062"/>
              <a:ext cx="896368" cy="438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/>
                <a:t>32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84350A85-EF69-68C7-BD29-CFE9EE396280}"/>
                </a:ext>
              </a:extLst>
            </p:cNvPr>
            <p:cNvSpPr txBox="1"/>
            <p:nvPr/>
          </p:nvSpPr>
          <p:spPr>
            <a:xfrm>
              <a:off x="5134862" y="1406016"/>
              <a:ext cx="882373" cy="438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/>
                <a:t>32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C91A3DA7-1D06-D44D-F707-09511D9B2264}"/>
                </a:ext>
              </a:extLst>
            </p:cNvPr>
            <p:cNvSpPr txBox="1"/>
            <p:nvPr/>
          </p:nvSpPr>
          <p:spPr>
            <a:xfrm>
              <a:off x="7105661" y="1399333"/>
              <a:ext cx="962570" cy="438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/>
                <a:t>32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20EC2B38-5474-4FD8-51F7-AB00B536392F}"/>
                </a:ext>
              </a:extLst>
            </p:cNvPr>
            <p:cNvSpPr txBox="1"/>
            <p:nvPr/>
          </p:nvSpPr>
          <p:spPr>
            <a:xfrm>
              <a:off x="9077018" y="1425945"/>
              <a:ext cx="1045753" cy="438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/>
                <a:t>32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965C607E-99DC-2376-F884-EEA4D679F57C}"/>
                </a:ext>
              </a:extLst>
            </p:cNvPr>
            <p:cNvSpPr txBox="1"/>
            <p:nvPr/>
          </p:nvSpPr>
          <p:spPr>
            <a:xfrm>
              <a:off x="2273695" y="1857820"/>
              <a:ext cx="1778298" cy="438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dirty="0"/>
                <a:t>W[0]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575856FD-F794-026F-2C82-DF7988FC3A7C}"/>
                </a:ext>
              </a:extLst>
            </p:cNvPr>
            <p:cNvSpPr txBox="1"/>
            <p:nvPr/>
          </p:nvSpPr>
          <p:spPr>
            <a:xfrm>
              <a:off x="4174521" y="1861519"/>
              <a:ext cx="1778298" cy="438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dirty="0"/>
                <a:t>W[1]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2518A5B2-B9D7-ECD0-7574-895953732025}"/>
                </a:ext>
              </a:extLst>
            </p:cNvPr>
            <p:cNvSpPr txBox="1"/>
            <p:nvPr/>
          </p:nvSpPr>
          <p:spPr>
            <a:xfrm>
              <a:off x="6126719" y="1849971"/>
              <a:ext cx="1921329" cy="438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dirty="0"/>
                <a:t>W[2]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2A562E34-9B6E-E944-F991-F4B8BC5A6233}"/>
                </a:ext>
              </a:extLst>
            </p:cNvPr>
            <p:cNvSpPr txBox="1"/>
            <p:nvPr/>
          </p:nvSpPr>
          <p:spPr>
            <a:xfrm>
              <a:off x="8078765" y="1850712"/>
              <a:ext cx="1941889" cy="438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dirty="0"/>
                <a:t>W[3]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1BB978B5-E103-A489-4462-40D9650CD335}"/>
                </a:ext>
              </a:extLst>
            </p:cNvPr>
            <p:cNvSpPr txBox="1"/>
            <p:nvPr/>
          </p:nvSpPr>
          <p:spPr>
            <a:xfrm>
              <a:off x="2273695" y="5440351"/>
              <a:ext cx="1778298" cy="438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dirty="0"/>
                <a:t>W[4]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24DD8AA2-08B8-A534-4357-E0CF67BBE479}"/>
                </a:ext>
              </a:extLst>
            </p:cNvPr>
            <p:cNvSpPr txBox="1"/>
            <p:nvPr/>
          </p:nvSpPr>
          <p:spPr>
            <a:xfrm>
              <a:off x="4174521" y="5444051"/>
              <a:ext cx="1778298" cy="438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dirty="0"/>
                <a:t>W[5]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4296EBEA-EC62-6264-3FE5-D425A4611008}"/>
                </a:ext>
              </a:extLst>
            </p:cNvPr>
            <p:cNvSpPr txBox="1"/>
            <p:nvPr/>
          </p:nvSpPr>
          <p:spPr>
            <a:xfrm>
              <a:off x="6126719" y="5432503"/>
              <a:ext cx="1921329" cy="438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dirty="0"/>
                <a:t>W[6]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96A2BDA0-F857-A4C5-D506-6419B3A35CCB}"/>
                </a:ext>
              </a:extLst>
            </p:cNvPr>
            <p:cNvSpPr txBox="1"/>
            <p:nvPr/>
          </p:nvSpPr>
          <p:spPr>
            <a:xfrm>
              <a:off x="8078765" y="5433243"/>
              <a:ext cx="1941889" cy="438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dirty="0"/>
                <a:t>W[8]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276404F0-C683-C36D-12B2-EA28B35A65AA}"/>
                </a:ext>
              </a:extLst>
            </p:cNvPr>
            <p:cNvSpPr txBox="1"/>
            <p:nvPr/>
          </p:nvSpPr>
          <p:spPr>
            <a:xfrm>
              <a:off x="209372" y="1849971"/>
              <a:ext cx="1778298" cy="438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dirty="0"/>
                <a:t>Round key 0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39E25BFC-220E-3DCC-36AB-B690A5506E10}"/>
                </a:ext>
              </a:extLst>
            </p:cNvPr>
            <p:cNvSpPr txBox="1"/>
            <p:nvPr/>
          </p:nvSpPr>
          <p:spPr>
            <a:xfrm>
              <a:off x="367890" y="5418137"/>
              <a:ext cx="1778298" cy="438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dirty="0"/>
                <a:t>Next round key</a:t>
              </a:r>
            </a:p>
          </p:txBody>
        </p: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3CB2DD97-8D4E-9B0C-8573-260D535195F2}"/>
                </a:ext>
              </a:extLst>
            </p:cNvPr>
            <p:cNvCxnSpPr>
              <a:cxnSpLocks/>
            </p:cNvCxnSpPr>
            <p:nvPr/>
          </p:nvCxnSpPr>
          <p:spPr>
            <a:xfrm>
              <a:off x="3148507" y="5841312"/>
              <a:ext cx="0" cy="40018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87802413-28B5-096A-D228-C03C952DFBEF}"/>
                </a:ext>
              </a:extLst>
            </p:cNvPr>
            <p:cNvCxnSpPr>
              <a:cxnSpLocks/>
            </p:cNvCxnSpPr>
            <p:nvPr/>
          </p:nvCxnSpPr>
          <p:spPr>
            <a:xfrm>
              <a:off x="5131404" y="5844760"/>
              <a:ext cx="0" cy="40018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E5BEB7D2-3AFB-5C98-AE7B-505C11728466}"/>
                </a:ext>
              </a:extLst>
            </p:cNvPr>
            <p:cNvCxnSpPr>
              <a:cxnSpLocks/>
            </p:cNvCxnSpPr>
            <p:nvPr/>
          </p:nvCxnSpPr>
          <p:spPr>
            <a:xfrm>
              <a:off x="7091676" y="5841312"/>
              <a:ext cx="0" cy="40018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ACF77EB2-5438-0505-010E-01B5752F8918}"/>
                </a:ext>
              </a:extLst>
            </p:cNvPr>
            <p:cNvCxnSpPr>
              <a:cxnSpLocks/>
            </p:cNvCxnSpPr>
            <p:nvPr/>
          </p:nvCxnSpPr>
          <p:spPr>
            <a:xfrm>
              <a:off x="9071059" y="5841312"/>
              <a:ext cx="0" cy="40018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E45D65AC-F7B2-9F3B-2A11-E1D6D4756CF0}"/>
                </a:ext>
              </a:extLst>
            </p:cNvPr>
            <p:cNvCxnSpPr>
              <a:cxnSpLocks/>
            </p:cNvCxnSpPr>
            <p:nvPr/>
          </p:nvCxnSpPr>
          <p:spPr>
            <a:xfrm>
              <a:off x="4133790" y="6041402"/>
              <a:ext cx="0" cy="400181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B24482B5-4D44-B939-D9A5-C687584585E6}"/>
                </a:ext>
              </a:extLst>
            </p:cNvPr>
            <p:cNvCxnSpPr>
              <a:cxnSpLocks/>
            </p:cNvCxnSpPr>
            <p:nvPr/>
          </p:nvCxnSpPr>
          <p:spPr>
            <a:xfrm>
              <a:off x="8102599" y="6041402"/>
              <a:ext cx="0" cy="400181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C708F4EE-BFDF-188C-8423-FE6994CD66DB}"/>
                </a:ext>
              </a:extLst>
            </p:cNvPr>
            <p:cNvCxnSpPr>
              <a:cxnSpLocks/>
            </p:cNvCxnSpPr>
            <p:nvPr/>
          </p:nvCxnSpPr>
          <p:spPr>
            <a:xfrm>
              <a:off x="6095999" y="6041402"/>
              <a:ext cx="0" cy="400181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20F1D479-3594-FC71-85E7-FA14ED6CE9DD}"/>
              </a:ext>
            </a:extLst>
          </p:cNvPr>
          <p:cNvCxnSpPr>
            <a:cxnSpLocks/>
          </p:cNvCxnSpPr>
          <p:nvPr/>
        </p:nvCxnSpPr>
        <p:spPr>
          <a:xfrm>
            <a:off x="5106390" y="1889820"/>
            <a:ext cx="22363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84682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97584-8080-6D45-82DB-EBEAA666A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290" y="236007"/>
            <a:ext cx="1737419" cy="315912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g-function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7DC3676-6343-498E-1E39-E71FFAA62030}"/>
              </a:ext>
            </a:extLst>
          </p:cNvPr>
          <p:cNvGrpSpPr/>
          <p:nvPr/>
        </p:nvGrpSpPr>
        <p:grpSpPr>
          <a:xfrm>
            <a:off x="5301160" y="1270067"/>
            <a:ext cx="1646039" cy="400685"/>
            <a:chOff x="1968263" y="1055622"/>
            <a:chExt cx="5157152" cy="40119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E323C7B-9BE0-9FDA-D7A7-0767652A6263}"/>
                </a:ext>
              </a:extLst>
            </p:cNvPr>
            <p:cNvSpPr>
              <a:spLocks/>
            </p:cNvSpPr>
            <p:nvPr/>
          </p:nvSpPr>
          <p:spPr>
            <a:xfrm>
              <a:off x="1968263" y="1055623"/>
              <a:ext cx="1289288" cy="400685"/>
            </a:xfrm>
            <a:prstGeom prst="rect">
              <a:avLst/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B4785EA-84D2-B6F1-395B-618A7CF4EB28}"/>
                </a:ext>
              </a:extLst>
            </p:cNvPr>
            <p:cNvSpPr>
              <a:spLocks/>
            </p:cNvSpPr>
            <p:nvPr/>
          </p:nvSpPr>
          <p:spPr>
            <a:xfrm>
              <a:off x="5836127" y="1055622"/>
              <a:ext cx="1289288" cy="400685"/>
            </a:xfrm>
            <a:prstGeom prst="rect">
              <a:avLst/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6ED4BE-CA3F-00C9-E607-955D3DBD9DE7}"/>
                </a:ext>
              </a:extLst>
            </p:cNvPr>
            <p:cNvSpPr>
              <a:spLocks/>
            </p:cNvSpPr>
            <p:nvPr/>
          </p:nvSpPr>
          <p:spPr>
            <a:xfrm>
              <a:off x="4546839" y="1056127"/>
              <a:ext cx="1289288" cy="400685"/>
            </a:xfrm>
            <a:prstGeom prst="rect">
              <a:avLst/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42A5F3C-DA21-EC84-D383-BB314F0594E4}"/>
                </a:ext>
              </a:extLst>
            </p:cNvPr>
            <p:cNvSpPr>
              <a:spLocks/>
            </p:cNvSpPr>
            <p:nvPr/>
          </p:nvSpPr>
          <p:spPr>
            <a:xfrm>
              <a:off x="3257551" y="1055622"/>
              <a:ext cx="1289288" cy="400685"/>
            </a:xfrm>
            <a:prstGeom prst="rect">
              <a:avLst/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2763561-0040-E546-5651-26734BBBEE62}"/>
              </a:ext>
            </a:extLst>
          </p:cNvPr>
          <p:cNvSpPr txBox="1"/>
          <p:nvPr/>
        </p:nvSpPr>
        <p:spPr>
          <a:xfrm>
            <a:off x="5212910" y="1285491"/>
            <a:ext cx="588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3DD0E3-DBCA-C421-CF6E-0B04DE3C37D2}"/>
              </a:ext>
            </a:extLst>
          </p:cNvPr>
          <p:cNvSpPr txBox="1"/>
          <p:nvPr/>
        </p:nvSpPr>
        <p:spPr>
          <a:xfrm>
            <a:off x="5624420" y="1280993"/>
            <a:ext cx="588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D2B602-6744-1813-5BF6-576EC20253D6}"/>
              </a:ext>
            </a:extLst>
          </p:cNvPr>
          <p:cNvSpPr txBox="1"/>
          <p:nvPr/>
        </p:nvSpPr>
        <p:spPr>
          <a:xfrm>
            <a:off x="6096000" y="1277527"/>
            <a:ext cx="467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CFA7A0-1B24-68A3-63E3-2721C0DDB2B3}"/>
              </a:ext>
            </a:extLst>
          </p:cNvPr>
          <p:cNvSpPr txBox="1"/>
          <p:nvPr/>
        </p:nvSpPr>
        <p:spPr>
          <a:xfrm>
            <a:off x="6519812" y="1285491"/>
            <a:ext cx="443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V3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2A32466-640F-A631-579D-A081D2555476}"/>
              </a:ext>
            </a:extLst>
          </p:cNvPr>
          <p:cNvCxnSpPr>
            <a:cxnSpLocks/>
          </p:cNvCxnSpPr>
          <p:nvPr/>
        </p:nvCxnSpPr>
        <p:spPr>
          <a:xfrm>
            <a:off x="6097510" y="770055"/>
            <a:ext cx="10160" cy="4761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418B45-8595-9943-6938-2855D6A8F350}"/>
              </a:ext>
            </a:extLst>
          </p:cNvPr>
          <p:cNvCxnSpPr>
            <a:cxnSpLocks/>
          </p:cNvCxnSpPr>
          <p:nvPr/>
        </p:nvCxnSpPr>
        <p:spPr>
          <a:xfrm flipH="1">
            <a:off x="6049606" y="890031"/>
            <a:ext cx="128825" cy="1139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0577CB5-67F6-8FB4-2613-0889BE5D6FD6}"/>
              </a:ext>
            </a:extLst>
          </p:cNvPr>
          <p:cNvSpPr txBox="1"/>
          <p:nvPr/>
        </p:nvSpPr>
        <p:spPr>
          <a:xfrm>
            <a:off x="6124180" y="803030"/>
            <a:ext cx="457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32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5DD17E4-E3AF-A529-4FF8-B351B8D5D702}"/>
              </a:ext>
            </a:extLst>
          </p:cNvPr>
          <p:cNvCxnSpPr>
            <a:cxnSpLocks/>
            <a:stCxn id="5" idx="2"/>
            <a:endCxn id="44" idx="0"/>
          </p:cNvCxnSpPr>
          <p:nvPr/>
        </p:nvCxnSpPr>
        <p:spPr>
          <a:xfrm rot="16200000" flipH="1">
            <a:off x="5637208" y="1539956"/>
            <a:ext cx="1070133" cy="133071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D3F7500-C015-0ACD-8DCD-09EEF474A290}"/>
              </a:ext>
            </a:extLst>
          </p:cNvPr>
          <p:cNvCxnSpPr>
            <a:cxnSpLocks/>
          </p:cNvCxnSpPr>
          <p:nvPr/>
        </p:nvCxnSpPr>
        <p:spPr>
          <a:xfrm flipH="1">
            <a:off x="5472649" y="1805648"/>
            <a:ext cx="128825" cy="1139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406EC03-ACA2-A80D-574E-B568AC94481A}"/>
              </a:ext>
            </a:extLst>
          </p:cNvPr>
          <p:cNvSpPr txBox="1"/>
          <p:nvPr/>
        </p:nvSpPr>
        <p:spPr>
          <a:xfrm>
            <a:off x="5212910" y="1685672"/>
            <a:ext cx="281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4C69C89-BDCF-527E-C041-E1B1B0AF58E2}"/>
              </a:ext>
            </a:extLst>
          </p:cNvPr>
          <p:cNvCxnSpPr>
            <a:cxnSpLocks/>
            <a:stCxn id="8" idx="2"/>
            <a:endCxn id="37" idx="0"/>
          </p:cNvCxnSpPr>
          <p:nvPr/>
        </p:nvCxnSpPr>
        <p:spPr>
          <a:xfrm rot="5400000">
            <a:off x="5181559" y="2011482"/>
            <a:ext cx="1078100" cy="395633"/>
          </a:xfrm>
          <a:prstGeom prst="bentConnector3">
            <a:avLst>
              <a:gd name="adj1" fmla="val 5742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7123454-184D-13EE-F3B2-7794AD45BC80}"/>
              </a:ext>
            </a:extLst>
          </p:cNvPr>
          <p:cNvCxnSpPr>
            <a:cxnSpLocks/>
          </p:cNvCxnSpPr>
          <p:nvPr/>
        </p:nvCxnSpPr>
        <p:spPr>
          <a:xfrm flipH="1">
            <a:off x="5873252" y="1801149"/>
            <a:ext cx="128825" cy="1139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A91024C-6E0F-0F85-E47E-30810129FEF4}"/>
              </a:ext>
            </a:extLst>
          </p:cNvPr>
          <p:cNvSpPr txBox="1"/>
          <p:nvPr/>
        </p:nvSpPr>
        <p:spPr>
          <a:xfrm>
            <a:off x="5613513" y="1681173"/>
            <a:ext cx="281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30855AA-8EC2-82A4-0636-935436E8C4D8}"/>
              </a:ext>
            </a:extLst>
          </p:cNvPr>
          <p:cNvCxnSpPr>
            <a:cxnSpLocks/>
            <a:stCxn id="7" idx="2"/>
            <a:endCxn id="40" idx="0"/>
          </p:cNvCxnSpPr>
          <p:nvPr/>
        </p:nvCxnSpPr>
        <p:spPr>
          <a:xfrm rot="5400000">
            <a:off x="5593322" y="2011733"/>
            <a:ext cx="1077595" cy="395633"/>
          </a:xfrm>
          <a:prstGeom prst="bentConnector3">
            <a:avLst>
              <a:gd name="adj1" fmla="val 6166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6C870C6-C985-50A6-8826-89D93C6D488A}"/>
              </a:ext>
            </a:extLst>
          </p:cNvPr>
          <p:cNvCxnSpPr>
            <a:cxnSpLocks/>
          </p:cNvCxnSpPr>
          <p:nvPr/>
        </p:nvCxnSpPr>
        <p:spPr>
          <a:xfrm flipH="1">
            <a:off x="6288146" y="1814117"/>
            <a:ext cx="128825" cy="1139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F821F76-2C2F-334E-1D09-BC556E0301F8}"/>
              </a:ext>
            </a:extLst>
          </p:cNvPr>
          <p:cNvSpPr txBox="1"/>
          <p:nvPr/>
        </p:nvSpPr>
        <p:spPr>
          <a:xfrm>
            <a:off x="6028407" y="1694141"/>
            <a:ext cx="281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66C00BD-FFE5-EA5B-F847-198F68ED665F}"/>
              </a:ext>
            </a:extLst>
          </p:cNvPr>
          <p:cNvCxnSpPr>
            <a:cxnSpLocks/>
            <a:stCxn id="6" idx="2"/>
            <a:endCxn id="43" idx="0"/>
          </p:cNvCxnSpPr>
          <p:nvPr/>
        </p:nvCxnSpPr>
        <p:spPr>
          <a:xfrm rot="5400000">
            <a:off x="6000849" y="2015211"/>
            <a:ext cx="1085559" cy="395632"/>
          </a:xfrm>
          <a:prstGeom prst="bentConnector3">
            <a:avLst>
              <a:gd name="adj1" fmla="val 6684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4A61876-9283-7132-9A9F-0EBD6F23A644}"/>
              </a:ext>
            </a:extLst>
          </p:cNvPr>
          <p:cNvCxnSpPr>
            <a:cxnSpLocks/>
          </p:cNvCxnSpPr>
          <p:nvPr/>
        </p:nvCxnSpPr>
        <p:spPr>
          <a:xfrm flipH="1">
            <a:off x="6682324" y="1805648"/>
            <a:ext cx="128825" cy="1139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518A5AAD-8578-5170-3B9F-4424E9F97469}"/>
              </a:ext>
            </a:extLst>
          </p:cNvPr>
          <p:cNvSpPr txBox="1"/>
          <p:nvPr/>
        </p:nvSpPr>
        <p:spPr>
          <a:xfrm>
            <a:off x="6422585" y="1685672"/>
            <a:ext cx="281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01E8A50-5C72-A9D3-7BCF-8F88458DB2B5}"/>
              </a:ext>
            </a:extLst>
          </p:cNvPr>
          <p:cNvGrpSpPr/>
          <p:nvPr/>
        </p:nvGrpSpPr>
        <p:grpSpPr>
          <a:xfrm>
            <a:off x="5317037" y="2748347"/>
            <a:ext cx="1646039" cy="400685"/>
            <a:chOff x="1968263" y="1055622"/>
            <a:chExt cx="5157152" cy="40119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CC9A284-C6C5-A0B5-C885-0B8BA2A7893E}"/>
                </a:ext>
              </a:extLst>
            </p:cNvPr>
            <p:cNvSpPr>
              <a:spLocks/>
            </p:cNvSpPr>
            <p:nvPr/>
          </p:nvSpPr>
          <p:spPr>
            <a:xfrm>
              <a:off x="1968263" y="1055623"/>
              <a:ext cx="1289288" cy="400685"/>
            </a:xfrm>
            <a:prstGeom prst="rect">
              <a:avLst/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BE50815-315B-5268-9566-CEB644FCEFA9}"/>
                </a:ext>
              </a:extLst>
            </p:cNvPr>
            <p:cNvSpPr>
              <a:spLocks/>
            </p:cNvSpPr>
            <p:nvPr/>
          </p:nvSpPr>
          <p:spPr>
            <a:xfrm>
              <a:off x="5836127" y="1055622"/>
              <a:ext cx="1289288" cy="400685"/>
            </a:xfrm>
            <a:prstGeom prst="rect">
              <a:avLst/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801349C-186B-279D-A460-486AED468401}"/>
                </a:ext>
              </a:extLst>
            </p:cNvPr>
            <p:cNvSpPr>
              <a:spLocks/>
            </p:cNvSpPr>
            <p:nvPr/>
          </p:nvSpPr>
          <p:spPr>
            <a:xfrm>
              <a:off x="4546839" y="1056127"/>
              <a:ext cx="1289288" cy="400685"/>
            </a:xfrm>
            <a:prstGeom prst="rect">
              <a:avLst/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BB7308E-8477-C8D0-C7E8-64F834B3FA0D}"/>
                </a:ext>
              </a:extLst>
            </p:cNvPr>
            <p:cNvSpPr>
              <a:spLocks/>
            </p:cNvSpPr>
            <p:nvPr/>
          </p:nvSpPr>
          <p:spPr>
            <a:xfrm>
              <a:off x="3257551" y="1055622"/>
              <a:ext cx="1289288" cy="400685"/>
            </a:xfrm>
            <a:prstGeom prst="rect">
              <a:avLst/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3911A219-054F-16D0-F21C-C9D62A7D11AF}"/>
              </a:ext>
            </a:extLst>
          </p:cNvPr>
          <p:cNvSpPr txBox="1"/>
          <p:nvPr/>
        </p:nvSpPr>
        <p:spPr>
          <a:xfrm>
            <a:off x="5228787" y="2763771"/>
            <a:ext cx="588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C7A11BD-BF88-FB39-8692-2306BA178BD8}"/>
              </a:ext>
            </a:extLst>
          </p:cNvPr>
          <p:cNvSpPr txBox="1"/>
          <p:nvPr/>
        </p:nvSpPr>
        <p:spPr>
          <a:xfrm>
            <a:off x="5640297" y="2759273"/>
            <a:ext cx="588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51100C9-B57A-ECEB-D5C6-213AB7160135}"/>
              </a:ext>
            </a:extLst>
          </p:cNvPr>
          <p:cNvSpPr txBox="1"/>
          <p:nvPr/>
        </p:nvSpPr>
        <p:spPr>
          <a:xfrm>
            <a:off x="6111877" y="2755807"/>
            <a:ext cx="467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D1A9248-5E32-1DF4-34F1-0E14BB583C4E}"/>
              </a:ext>
            </a:extLst>
          </p:cNvPr>
          <p:cNvSpPr txBox="1"/>
          <p:nvPr/>
        </p:nvSpPr>
        <p:spPr>
          <a:xfrm>
            <a:off x="6543628" y="2740382"/>
            <a:ext cx="588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V0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035D97A5-860E-7036-D9BD-9D733CFD8E70}"/>
              </a:ext>
            </a:extLst>
          </p:cNvPr>
          <p:cNvSpPr/>
          <p:nvPr/>
        </p:nvSpPr>
        <p:spPr>
          <a:xfrm>
            <a:off x="5038148" y="3657204"/>
            <a:ext cx="400181" cy="40018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2A8BD9F1-F35F-5C1C-A456-566F3068B161}"/>
              </a:ext>
            </a:extLst>
          </p:cNvPr>
          <p:cNvSpPr/>
          <p:nvPr/>
        </p:nvSpPr>
        <p:spPr>
          <a:xfrm>
            <a:off x="5637976" y="3657204"/>
            <a:ext cx="400181" cy="40018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02117A86-C2C7-40E9-9A69-FBA53A6D93BC}"/>
              </a:ext>
            </a:extLst>
          </p:cNvPr>
          <p:cNvSpPr/>
          <p:nvPr/>
        </p:nvSpPr>
        <p:spPr>
          <a:xfrm>
            <a:off x="6232115" y="3657204"/>
            <a:ext cx="400181" cy="40018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D7392C6B-F1A5-584B-A586-F084BA32578B}"/>
              </a:ext>
            </a:extLst>
          </p:cNvPr>
          <p:cNvSpPr/>
          <p:nvPr/>
        </p:nvSpPr>
        <p:spPr>
          <a:xfrm>
            <a:off x="6837632" y="3641778"/>
            <a:ext cx="400181" cy="40018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5" name="Straight Arrow Connector 15">
            <a:extLst>
              <a:ext uri="{FF2B5EF4-FFF2-40B4-BE49-F238E27FC236}">
                <a16:creationId xmlns:a16="http://schemas.microsoft.com/office/drawing/2014/main" id="{A1F85E32-BB8C-D86F-448B-440AA4D0AB88}"/>
              </a:ext>
            </a:extLst>
          </p:cNvPr>
          <p:cNvCxnSpPr>
            <a:cxnSpLocks/>
            <a:stCxn id="37" idx="2"/>
            <a:endCxn id="66" idx="0"/>
          </p:cNvCxnSpPr>
          <p:nvPr/>
        </p:nvCxnSpPr>
        <p:spPr>
          <a:xfrm rot="5400000">
            <a:off x="5126179" y="3260590"/>
            <a:ext cx="508675" cy="28455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15">
            <a:extLst>
              <a:ext uri="{FF2B5EF4-FFF2-40B4-BE49-F238E27FC236}">
                <a16:creationId xmlns:a16="http://schemas.microsoft.com/office/drawing/2014/main" id="{1CDD7755-4112-98A7-CBAB-A1F56CC8F6BE}"/>
              </a:ext>
            </a:extLst>
          </p:cNvPr>
          <p:cNvCxnSpPr>
            <a:cxnSpLocks/>
            <a:stCxn id="42" idx="2"/>
            <a:endCxn id="82" idx="0"/>
          </p:cNvCxnSpPr>
          <p:nvPr/>
        </p:nvCxnSpPr>
        <p:spPr>
          <a:xfrm rot="5400000">
            <a:off x="5621886" y="3344787"/>
            <a:ext cx="528599" cy="9623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15">
            <a:extLst>
              <a:ext uri="{FF2B5EF4-FFF2-40B4-BE49-F238E27FC236}">
                <a16:creationId xmlns:a16="http://schemas.microsoft.com/office/drawing/2014/main" id="{E6DB3F70-7B47-A7CC-F329-77B32206BE3C}"/>
              </a:ext>
            </a:extLst>
          </p:cNvPr>
          <p:cNvCxnSpPr>
            <a:cxnSpLocks/>
            <a:stCxn id="39" idx="2"/>
            <a:endCxn id="83" idx="0"/>
          </p:cNvCxnSpPr>
          <p:nvPr/>
        </p:nvCxnSpPr>
        <p:spPr>
          <a:xfrm rot="16200000" flipH="1">
            <a:off x="6134923" y="3359921"/>
            <a:ext cx="508172" cy="8639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15">
            <a:extLst>
              <a:ext uri="{FF2B5EF4-FFF2-40B4-BE49-F238E27FC236}">
                <a16:creationId xmlns:a16="http://schemas.microsoft.com/office/drawing/2014/main" id="{23F8DD1A-9241-EAB0-16E3-48BAC6C76F20}"/>
              </a:ext>
            </a:extLst>
          </p:cNvPr>
          <p:cNvCxnSpPr>
            <a:cxnSpLocks/>
            <a:stCxn id="38" idx="2"/>
            <a:endCxn id="84" idx="0"/>
          </p:cNvCxnSpPr>
          <p:nvPr/>
        </p:nvCxnSpPr>
        <p:spPr>
          <a:xfrm rot="16200000" flipH="1">
            <a:off x="6650897" y="3254952"/>
            <a:ext cx="493250" cy="28040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Oval 96">
            <a:extLst>
              <a:ext uri="{FF2B5EF4-FFF2-40B4-BE49-F238E27FC236}">
                <a16:creationId xmlns:a16="http://schemas.microsoft.com/office/drawing/2014/main" id="{6DCA8F1E-3117-B374-A297-616C12364341}"/>
              </a:ext>
            </a:extLst>
          </p:cNvPr>
          <p:cNvSpPr/>
          <p:nvPr/>
        </p:nvSpPr>
        <p:spPr>
          <a:xfrm>
            <a:off x="5038148" y="4535212"/>
            <a:ext cx="400181" cy="40018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E1B9A758-534A-0725-E688-AEB53403BD98}"/>
              </a:ext>
            </a:extLst>
          </p:cNvPr>
          <p:cNvCxnSpPr>
            <a:cxnSpLocks/>
            <a:stCxn id="97" idx="0"/>
            <a:endCxn id="97" idx="4"/>
          </p:cNvCxnSpPr>
          <p:nvPr/>
        </p:nvCxnSpPr>
        <p:spPr>
          <a:xfrm>
            <a:off x="5238239" y="4535212"/>
            <a:ext cx="0" cy="4001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2DA1ADF6-CE31-66F2-E9D1-9A8F4E1E8EB4}"/>
              </a:ext>
            </a:extLst>
          </p:cNvPr>
          <p:cNvCxnSpPr>
            <a:cxnSpLocks/>
            <a:stCxn id="97" idx="6"/>
            <a:endCxn id="97" idx="2"/>
          </p:cNvCxnSpPr>
          <p:nvPr/>
        </p:nvCxnSpPr>
        <p:spPr>
          <a:xfrm flipH="1">
            <a:off x="5038148" y="4735303"/>
            <a:ext cx="40018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5">
            <a:extLst>
              <a:ext uri="{FF2B5EF4-FFF2-40B4-BE49-F238E27FC236}">
                <a16:creationId xmlns:a16="http://schemas.microsoft.com/office/drawing/2014/main" id="{9FF10268-BC17-4AF9-916C-E3A999F836CD}"/>
              </a:ext>
            </a:extLst>
          </p:cNvPr>
          <p:cNvCxnSpPr>
            <a:cxnSpLocks/>
            <a:endCxn id="97" idx="2"/>
          </p:cNvCxnSpPr>
          <p:nvPr/>
        </p:nvCxnSpPr>
        <p:spPr>
          <a:xfrm>
            <a:off x="3818665" y="4735303"/>
            <a:ext cx="121948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46D39529-6483-CA77-D4A3-AA9D8C68323C}"/>
              </a:ext>
            </a:extLst>
          </p:cNvPr>
          <p:cNvCxnSpPr>
            <a:cxnSpLocks/>
          </p:cNvCxnSpPr>
          <p:nvPr/>
        </p:nvCxnSpPr>
        <p:spPr>
          <a:xfrm flipH="1">
            <a:off x="4363994" y="4678340"/>
            <a:ext cx="128825" cy="1139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BCF6C30A-1738-B4AF-47F7-BEF629818CEB}"/>
              </a:ext>
            </a:extLst>
          </p:cNvPr>
          <p:cNvSpPr txBox="1"/>
          <p:nvPr/>
        </p:nvSpPr>
        <p:spPr>
          <a:xfrm>
            <a:off x="4287541" y="4365970"/>
            <a:ext cx="281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542B73D3-69C9-C651-146A-DBA2308C8E67}"/>
              </a:ext>
            </a:extLst>
          </p:cNvPr>
          <p:cNvSpPr txBox="1"/>
          <p:nvPr/>
        </p:nvSpPr>
        <p:spPr>
          <a:xfrm>
            <a:off x="2182797" y="4566061"/>
            <a:ext cx="1721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Round Count</a:t>
            </a:r>
          </a:p>
        </p:txBody>
      </p:sp>
      <p:cxnSp>
        <p:nvCxnSpPr>
          <p:cNvPr id="113" name="Straight Arrow Connector 15">
            <a:extLst>
              <a:ext uri="{FF2B5EF4-FFF2-40B4-BE49-F238E27FC236}">
                <a16:creationId xmlns:a16="http://schemas.microsoft.com/office/drawing/2014/main" id="{5ADE5F81-7308-88EF-0DDD-2B97A7464E4A}"/>
              </a:ext>
            </a:extLst>
          </p:cNvPr>
          <p:cNvCxnSpPr>
            <a:cxnSpLocks/>
            <a:stCxn id="66" idx="4"/>
            <a:endCxn id="97" idx="0"/>
          </p:cNvCxnSpPr>
          <p:nvPr/>
        </p:nvCxnSpPr>
        <p:spPr>
          <a:xfrm>
            <a:off x="5238239" y="4057385"/>
            <a:ext cx="0" cy="4778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CEAEA063-4EC6-0CB0-6814-0CFE1C5FD133}"/>
              </a:ext>
            </a:extLst>
          </p:cNvPr>
          <p:cNvSpPr txBox="1"/>
          <p:nvPr/>
        </p:nvSpPr>
        <p:spPr>
          <a:xfrm>
            <a:off x="5069665" y="3680093"/>
            <a:ext cx="342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44EDE8B-C3A6-DB81-09FF-B8BE95D00506}"/>
              </a:ext>
            </a:extLst>
          </p:cNvPr>
          <p:cNvSpPr txBox="1"/>
          <p:nvPr/>
        </p:nvSpPr>
        <p:spPr>
          <a:xfrm>
            <a:off x="5666994" y="3675353"/>
            <a:ext cx="342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061AE1F-F78B-4570-70E7-B72D7EB6488A}"/>
              </a:ext>
            </a:extLst>
          </p:cNvPr>
          <p:cNvSpPr txBox="1"/>
          <p:nvPr/>
        </p:nvSpPr>
        <p:spPr>
          <a:xfrm>
            <a:off x="6261133" y="3677738"/>
            <a:ext cx="342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E80018E-17B3-8F2E-4104-4CFEAA8B03BE}"/>
              </a:ext>
            </a:extLst>
          </p:cNvPr>
          <p:cNvSpPr txBox="1"/>
          <p:nvPr/>
        </p:nvSpPr>
        <p:spPr>
          <a:xfrm>
            <a:off x="6866650" y="3664291"/>
            <a:ext cx="342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</a:t>
            </a:r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676777CD-456A-C298-3EF9-CCDF9F249F94}"/>
              </a:ext>
            </a:extLst>
          </p:cNvPr>
          <p:cNvCxnSpPr>
            <a:cxnSpLocks/>
          </p:cNvCxnSpPr>
          <p:nvPr/>
        </p:nvCxnSpPr>
        <p:spPr>
          <a:xfrm>
            <a:off x="5227290" y="5435600"/>
            <a:ext cx="18348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85F4EAF7-D470-C34B-24E4-C41FF7B8649A}"/>
              </a:ext>
            </a:extLst>
          </p:cNvPr>
          <p:cNvCxnSpPr>
            <a:cxnSpLocks/>
            <a:endCxn id="117" idx="2"/>
          </p:cNvCxnSpPr>
          <p:nvPr/>
        </p:nvCxnSpPr>
        <p:spPr>
          <a:xfrm flipH="1" flipV="1">
            <a:off x="5838066" y="4044685"/>
            <a:ext cx="17428" cy="1390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BB97C79D-88BD-0335-CE69-41D2A7EE3AC8}"/>
              </a:ext>
            </a:extLst>
          </p:cNvPr>
          <p:cNvCxnSpPr>
            <a:cxnSpLocks/>
          </p:cNvCxnSpPr>
          <p:nvPr/>
        </p:nvCxnSpPr>
        <p:spPr>
          <a:xfrm flipH="1" flipV="1">
            <a:off x="6433974" y="4049425"/>
            <a:ext cx="17428" cy="1390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88FD03C4-74C9-A12A-45B5-DF5EBDCD6B20}"/>
              </a:ext>
            </a:extLst>
          </p:cNvPr>
          <p:cNvCxnSpPr>
            <a:cxnSpLocks/>
          </p:cNvCxnSpPr>
          <p:nvPr/>
        </p:nvCxnSpPr>
        <p:spPr>
          <a:xfrm flipH="1" flipV="1">
            <a:off x="7044750" y="4044685"/>
            <a:ext cx="17428" cy="1390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2872139A-6B0F-9A6A-9D18-D66B1501CCEC}"/>
              </a:ext>
            </a:extLst>
          </p:cNvPr>
          <p:cNvCxnSpPr>
            <a:cxnSpLocks/>
            <a:endCxn id="97" idx="4"/>
          </p:cNvCxnSpPr>
          <p:nvPr/>
        </p:nvCxnSpPr>
        <p:spPr>
          <a:xfrm flipV="1">
            <a:off x="5238239" y="4935393"/>
            <a:ext cx="0" cy="5002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A7F620BE-5986-B057-67F4-91C6B6A23B4C}"/>
              </a:ext>
            </a:extLst>
          </p:cNvPr>
          <p:cNvCxnSpPr>
            <a:cxnSpLocks/>
          </p:cNvCxnSpPr>
          <p:nvPr/>
        </p:nvCxnSpPr>
        <p:spPr>
          <a:xfrm>
            <a:off x="6146533" y="5423167"/>
            <a:ext cx="10160" cy="4761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D660518B-9934-7AFC-B55E-E812E638BDAA}"/>
              </a:ext>
            </a:extLst>
          </p:cNvPr>
          <p:cNvCxnSpPr>
            <a:cxnSpLocks/>
          </p:cNvCxnSpPr>
          <p:nvPr/>
        </p:nvCxnSpPr>
        <p:spPr>
          <a:xfrm flipH="1">
            <a:off x="6098629" y="5543143"/>
            <a:ext cx="128825" cy="1139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733E4EE2-24D8-5A01-4BDB-1168919E24DE}"/>
              </a:ext>
            </a:extLst>
          </p:cNvPr>
          <p:cNvSpPr txBox="1"/>
          <p:nvPr/>
        </p:nvSpPr>
        <p:spPr>
          <a:xfrm>
            <a:off x="6173203" y="5456142"/>
            <a:ext cx="457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32</a:t>
            </a:r>
          </a:p>
        </p:txBody>
      </p:sp>
      <p:cxnSp>
        <p:nvCxnSpPr>
          <p:cNvPr id="20" name="Straight Arrow Connector 15">
            <a:extLst>
              <a:ext uri="{FF2B5EF4-FFF2-40B4-BE49-F238E27FC236}">
                <a16:creationId xmlns:a16="http://schemas.microsoft.com/office/drawing/2014/main" id="{1B357AB0-DAC7-36E7-3E17-F492EEE6E9A8}"/>
              </a:ext>
            </a:extLst>
          </p:cNvPr>
          <p:cNvCxnSpPr>
            <a:cxnSpLocks/>
          </p:cNvCxnSpPr>
          <p:nvPr/>
        </p:nvCxnSpPr>
        <p:spPr>
          <a:xfrm>
            <a:off x="3797246" y="3848958"/>
            <a:ext cx="121948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0530040-5C0D-617D-4485-818C180C3074}"/>
              </a:ext>
            </a:extLst>
          </p:cNvPr>
          <p:cNvSpPr txBox="1"/>
          <p:nvPr/>
        </p:nvSpPr>
        <p:spPr>
          <a:xfrm>
            <a:off x="2813675" y="3652765"/>
            <a:ext cx="864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S-BOX</a:t>
            </a:r>
          </a:p>
        </p:txBody>
      </p:sp>
    </p:spTree>
    <p:extLst>
      <p:ext uri="{BB962C8B-B14F-4D97-AF65-F5344CB8AC3E}">
        <p14:creationId xmlns:p14="http://schemas.microsoft.com/office/powerpoint/2010/main" val="35385560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83383-6335-0BCB-F5BE-7CACC9BF1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E1BADF7-D524-495E-1F49-4843DEBCF5C9}"/>
              </a:ext>
            </a:extLst>
          </p:cNvPr>
          <p:cNvCxnSpPr>
            <a:cxnSpLocks/>
            <a:endCxn id="5" idx="3"/>
          </p:cNvCxnSpPr>
          <p:nvPr/>
        </p:nvCxnSpPr>
        <p:spPr>
          <a:xfrm rot="10800000" flipV="1">
            <a:off x="1146708" y="1248472"/>
            <a:ext cx="9340611" cy="91548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FEE07594-BD15-123D-8EA9-28C03DFDCCCB}"/>
              </a:ext>
            </a:extLst>
          </p:cNvPr>
          <p:cNvSpPr/>
          <p:nvPr/>
        </p:nvSpPr>
        <p:spPr>
          <a:xfrm rot="8243572">
            <a:off x="938262" y="2163778"/>
            <a:ext cx="400181" cy="40018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399A89A-8405-D4F6-E089-72A86CA4EEAB}"/>
              </a:ext>
            </a:extLst>
          </p:cNvPr>
          <p:cNvCxnSpPr>
            <a:cxnSpLocks/>
          </p:cNvCxnSpPr>
          <p:nvPr/>
        </p:nvCxnSpPr>
        <p:spPr>
          <a:xfrm rot="8243572">
            <a:off x="1138353" y="2163778"/>
            <a:ext cx="0" cy="4001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B27F9F4-6F34-4E5F-E6BA-2245C998B471}"/>
              </a:ext>
            </a:extLst>
          </p:cNvPr>
          <p:cNvCxnSpPr>
            <a:cxnSpLocks/>
          </p:cNvCxnSpPr>
          <p:nvPr/>
        </p:nvCxnSpPr>
        <p:spPr>
          <a:xfrm rot="8243572" flipH="1">
            <a:off x="938262" y="2363869"/>
            <a:ext cx="40018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494E7B6C-4133-4195-D7CB-73EB188326EB}"/>
              </a:ext>
            </a:extLst>
          </p:cNvPr>
          <p:cNvSpPr/>
          <p:nvPr/>
        </p:nvSpPr>
        <p:spPr>
          <a:xfrm flipH="1">
            <a:off x="1572067" y="2894610"/>
            <a:ext cx="375485" cy="400685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E6DC5C1-75A6-A188-1AC0-851D741F9D34}"/>
              </a:ext>
            </a:extLst>
          </p:cNvPr>
          <p:cNvCxnSpPr>
            <a:cxnSpLocks/>
            <a:stCxn id="5" idx="7"/>
            <a:endCxn id="8" idx="3"/>
          </p:cNvCxnSpPr>
          <p:nvPr/>
        </p:nvCxnSpPr>
        <p:spPr>
          <a:xfrm rot="16200000" flipH="1">
            <a:off x="1085448" y="2608334"/>
            <a:ext cx="531168" cy="44206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rapezoid 21">
            <a:extLst>
              <a:ext uri="{FF2B5EF4-FFF2-40B4-BE49-F238E27FC236}">
                <a16:creationId xmlns:a16="http://schemas.microsoft.com/office/drawing/2014/main" id="{55B02CDB-AF0B-9823-F64B-6B1572C0532F}"/>
              </a:ext>
            </a:extLst>
          </p:cNvPr>
          <p:cNvSpPr/>
          <p:nvPr/>
        </p:nvSpPr>
        <p:spPr>
          <a:xfrm rot="16200000" flipH="1">
            <a:off x="10307543" y="1038921"/>
            <a:ext cx="822960" cy="419100"/>
          </a:xfrm>
          <a:prstGeom prst="trapezoid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noFill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4ACC5E9-CB50-490E-E9B0-6FC7B7FA193F}"/>
              </a:ext>
            </a:extLst>
          </p:cNvPr>
          <p:cNvCxnSpPr>
            <a:cxnSpLocks/>
            <a:endCxn id="5" idx="5"/>
          </p:cNvCxnSpPr>
          <p:nvPr/>
        </p:nvCxnSpPr>
        <p:spPr>
          <a:xfrm>
            <a:off x="583931" y="2355514"/>
            <a:ext cx="3545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4" name="Oval 1073">
            <a:extLst>
              <a:ext uri="{FF2B5EF4-FFF2-40B4-BE49-F238E27FC236}">
                <a16:creationId xmlns:a16="http://schemas.microsoft.com/office/drawing/2014/main" id="{6E8604B7-F81A-CAD4-5646-337C19E57F1F}"/>
              </a:ext>
            </a:extLst>
          </p:cNvPr>
          <p:cNvSpPr/>
          <p:nvPr/>
        </p:nvSpPr>
        <p:spPr>
          <a:xfrm rot="8243572">
            <a:off x="2472255" y="2135520"/>
            <a:ext cx="400181" cy="40018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75" name="Straight Connector 1074">
            <a:extLst>
              <a:ext uri="{FF2B5EF4-FFF2-40B4-BE49-F238E27FC236}">
                <a16:creationId xmlns:a16="http://schemas.microsoft.com/office/drawing/2014/main" id="{1D54E211-D802-3912-47B4-D26E1684D80F}"/>
              </a:ext>
            </a:extLst>
          </p:cNvPr>
          <p:cNvCxnSpPr>
            <a:cxnSpLocks/>
          </p:cNvCxnSpPr>
          <p:nvPr/>
        </p:nvCxnSpPr>
        <p:spPr>
          <a:xfrm rot="8243572">
            <a:off x="2672346" y="2135520"/>
            <a:ext cx="0" cy="4001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6" name="Straight Connector 1075">
            <a:extLst>
              <a:ext uri="{FF2B5EF4-FFF2-40B4-BE49-F238E27FC236}">
                <a16:creationId xmlns:a16="http://schemas.microsoft.com/office/drawing/2014/main" id="{FDA9546D-093D-4CB8-1E32-7A89A0728D5C}"/>
              </a:ext>
            </a:extLst>
          </p:cNvPr>
          <p:cNvCxnSpPr>
            <a:cxnSpLocks/>
          </p:cNvCxnSpPr>
          <p:nvPr/>
        </p:nvCxnSpPr>
        <p:spPr>
          <a:xfrm rot="8243572" flipH="1">
            <a:off x="2472255" y="2335611"/>
            <a:ext cx="40018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7" name="Rectangle 1076">
            <a:extLst>
              <a:ext uri="{FF2B5EF4-FFF2-40B4-BE49-F238E27FC236}">
                <a16:creationId xmlns:a16="http://schemas.microsoft.com/office/drawing/2014/main" id="{180FD297-8E02-04D1-9431-486DEA5E149F}"/>
              </a:ext>
            </a:extLst>
          </p:cNvPr>
          <p:cNvSpPr/>
          <p:nvPr/>
        </p:nvSpPr>
        <p:spPr>
          <a:xfrm flipH="1">
            <a:off x="3260477" y="2900960"/>
            <a:ext cx="375485" cy="400685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78" name="Straight Arrow Connector 1077">
            <a:extLst>
              <a:ext uri="{FF2B5EF4-FFF2-40B4-BE49-F238E27FC236}">
                <a16:creationId xmlns:a16="http://schemas.microsoft.com/office/drawing/2014/main" id="{9E491245-9AD1-40F1-300C-88FAD7B10DE7}"/>
              </a:ext>
            </a:extLst>
          </p:cNvPr>
          <p:cNvCxnSpPr>
            <a:cxnSpLocks/>
            <a:endCxn id="1074" idx="5"/>
          </p:cNvCxnSpPr>
          <p:nvPr/>
        </p:nvCxnSpPr>
        <p:spPr>
          <a:xfrm>
            <a:off x="2117924" y="2327256"/>
            <a:ext cx="3545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9" name="Straight Arrow Connector 1078">
            <a:extLst>
              <a:ext uri="{FF2B5EF4-FFF2-40B4-BE49-F238E27FC236}">
                <a16:creationId xmlns:a16="http://schemas.microsoft.com/office/drawing/2014/main" id="{053DFA7C-F6CE-1C27-DB32-08CDE52FE792}"/>
              </a:ext>
            </a:extLst>
          </p:cNvPr>
          <p:cNvCxnSpPr>
            <a:cxnSpLocks/>
            <a:endCxn id="1074" idx="3"/>
          </p:cNvCxnSpPr>
          <p:nvPr/>
        </p:nvCxnSpPr>
        <p:spPr>
          <a:xfrm>
            <a:off x="2680700" y="1248471"/>
            <a:ext cx="0" cy="8872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0" name="Oval 1079">
            <a:extLst>
              <a:ext uri="{FF2B5EF4-FFF2-40B4-BE49-F238E27FC236}">
                <a16:creationId xmlns:a16="http://schemas.microsoft.com/office/drawing/2014/main" id="{E5375745-B062-5E87-602B-F422E7069721}"/>
              </a:ext>
            </a:extLst>
          </p:cNvPr>
          <p:cNvSpPr/>
          <p:nvPr/>
        </p:nvSpPr>
        <p:spPr>
          <a:xfrm rot="10800000">
            <a:off x="2453204" y="2896066"/>
            <a:ext cx="400181" cy="40018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81" name="Straight Connector 1080">
            <a:extLst>
              <a:ext uri="{FF2B5EF4-FFF2-40B4-BE49-F238E27FC236}">
                <a16:creationId xmlns:a16="http://schemas.microsoft.com/office/drawing/2014/main" id="{CE9A955C-7CFA-4402-FA7F-85CCF59AC689}"/>
              </a:ext>
            </a:extLst>
          </p:cNvPr>
          <p:cNvCxnSpPr>
            <a:cxnSpLocks/>
          </p:cNvCxnSpPr>
          <p:nvPr/>
        </p:nvCxnSpPr>
        <p:spPr>
          <a:xfrm rot="10800000">
            <a:off x="2653295" y="2896066"/>
            <a:ext cx="0" cy="4001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2" name="Straight Connector 1081">
            <a:extLst>
              <a:ext uri="{FF2B5EF4-FFF2-40B4-BE49-F238E27FC236}">
                <a16:creationId xmlns:a16="http://schemas.microsoft.com/office/drawing/2014/main" id="{FEBDB134-ECB8-F08F-51D0-A9DAEC40F1CA}"/>
              </a:ext>
            </a:extLst>
          </p:cNvPr>
          <p:cNvCxnSpPr>
            <a:cxnSpLocks/>
          </p:cNvCxnSpPr>
          <p:nvPr/>
        </p:nvCxnSpPr>
        <p:spPr>
          <a:xfrm rot="10800000" flipH="1">
            <a:off x="2453204" y="3096157"/>
            <a:ext cx="40018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3" name="Straight Arrow Connector 1082">
            <a:extLst>
              <a:ext uri="{FF2B5EF4-FFF2-40B4-BE49-F238E27FC236}">
                <a16:creationId xmlns:a16="http://schemas.microsoft.com/office/drawing/2014/main" id="{14DFE1F0-977E-8FA2-87B3-44C582BAF9D5}"/>
              </a:ext>
            </a:extLst>
          </p:cNvPr>
          <p:cNvCxnSpPr>
            <a:cxnSpLocks/>
            <a:endCxn id="1080" idx="6"/>
          </p:cNvCxnSpPr>
          <p:nvPr/>
        </p:nvCxnSpPr>
        <p:spPr>
          <a:xfrm>
            <a:off x="1947552" y="3094953"/>
            <a:ext cx="505652" cy="12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4" name="Straight Arrow Connector 1083">
            <a:extLst>
              <a:ext uri="{FF2B5EF4-FFF2-40B4-BE49-F238E27FC236}">
                <a16:creationId xmlns:a16="http://schemas.microsoft.com/office/drawing/2014/main" id="{2E4824E3-5AAF-20CF-AB8D-CFB84A48824D}"/>
              </a:ext>
            </a:extLst>
          </p:cNvPr>
          <p:cNvCxnSpPr>
            <a:cxnSpLocks/>
            <a:stCxn id="1074" idx="7"/>
            <a:endCxn id="1080" idx="4"/>
          </p:cNvCxnSpPr>
          <p:nvPr/>
        </p:nvCxnSpPr>
        <p:spPr>
          <a:xfrm flipH="1">
            <a:off x="2653294" y="2535527"/>
            <a:ext cx="10697" cy="3605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5" name="Straight Arrow Connector 1084">
            <a:extLst>
              <a:ext uri="{FF2B5EF4-FFF2-40B4-BE49-F238E27FC236}">
                <a16:creationId xmlns:a16="http://schemas.microsoft.com/office/drawing/2014/main" id="{9E5D5EB4-5A5F-B86D-E6A4-AAC7BAD6894D}"/>
              </a:ext>
            </a:extLst>
          </p:cNvPr>
          <p:cNvCxnSpPr>
            <a:cxnSpLocks/>
            <a:stCxn id="1080" idx="2"/>
          </p:cNvCxnSpPr>
          <p:nvPr/>
        </p:nvCxnSpPr>
        <p:spPr>
          <a:xfrm>
            <a:off x="2853385" y="3096156"/>
            <a:ext cx="387500" cy="51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6" name="Oval 1085">
            <a:extLst>
              <a:ext uri="{FF2B5EF4-FFF2-40B4-BE49-F238E27FC236}">
                <a16:creationId xmlns:a16="http://schemas.microsoft.com/office/drawing/2014/main" id="{6FA20DBB-086C-9462-F8E4-EE627766D08A}"/>
              </a:ext>
            </a:extLst>
          </p:cNvPr>
          <p:cNvSpPr/>
          <p:nvPr/>
        </p:nvSpPr>
        <p:spPr>
          <a:xfrm rot="8243572">
            <a:off x="4141966" y="2156157"/>
            <a:ext cx="400181" cy="40018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87" name="Straight Connector 1086">
            <a:extLst>
              <a:ext uri="{FF2B5EF4-FFF2-40B4-BE49-F238E27FC236}">
                <a16:creationId xmlns:a16="http://schemas.microsoft.com/office/drawing/2014/main" id="{D315D0EF-9240-7784-D74D-7EC714519E1A}"/>
              </a:ext>
            </a:extLst>
          </p:cNvPr>
          <p:cNvCxnSpPr>
            <a:cxnSpLocks/>
          </p:cNvCxnSpPr>
          <p:nvPr/>
        </p:nvCxnSpPr>
        <p:spPr>
          <a:xfrm rot="8243572">
            <a:off x="4342057" y="2156157"/>
            <a:ext cx="0" cy="4001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8" name="Straight Connector 1087">
            <a:extLst>
              <a:ext uri="{FF2B5EF4-FFF2-40B4-BE49-F238E27FC236}">
                <a16:creationId xmlns:a16="http://schemas.microsoft.com/office/drawing/2014/main" id="{AB8F2A1C-0583-066C-BB3C-07C783F5796F}"/>
              </a:ext>
            </a:extLst>
          </p:cNvPr>
          <p:cNvCxnSpPr>
            <a:cxnSpLocks/>
          </p:cNvCxnSpPr>
          <p:nvPr/>
        </p:nvCxnSpPr>
        <p:spPr>
          <a:xfrm rot="8243572" flipH="1">
            <a:off x="4141966" y="2356248"/>
            <a:ext cx="40018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AE941BDB-1799-C526-7700-B82B317B0FB4}"/>
              </a:ext>
            </a:extLst>
          </p:cNvPr>
          <p:cNvSpPr/>
          <p:nvPr/>
        </p:nvSpPr>
        <p:spPr>
          <a:xfrm flipH="1">
            <a:off x="4930188" y="2913977"/>
            <a:ext cx="375485" cy="400685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90" name="Straight Arrow Connector 1089">
            <a:extLst>
              <a:ext uri="{FF2B5EF4-FFF2-40B4-BE49-F238E27FC236}">
                <a16:creationId xmlns:a16="http://schemas.microsoft.com/office/drawing/2014/main" id="{E7C0BE76-064A-9141-AB08-22A8458C3B93}"/>
              </a:ext>
            </a:extLst>
          </p:cNvPr>
          <p:cNvCxnSpPr>
            <a:cxnSpLocks/>
            <a:endCxn id="1086" idx="5"/>
          </p:cNvCxnSpPr>
          <p:nvPr/>
        </p:nvCxnSpPr>
        <p:spPr>
          <a:xfrm>
            <a:off x="3787635" y="2347893"/>
            <a:ext cx="3545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1" name="Straight Arrow Connector 1090">
            <a:extLst>
              <a:ext uri="{FF2B5EF4-FFF2-40B4-BE49-F238E27FC236}">
                <a16:creationId xmlns:a16="http://schemas.microsoft.com/office/drawing/2014/main" id="{637D6CC1-74DB-918D-3C56-D81968464F36}"/>
              </a:ext>
            </a:extLst>
          </p:cNvPr>
          <p:cNvCxnSpPr>
            <a:cxnSpLocks/>
            <a:endCxn id="1086" idx="3"/>
          </p:cNvCxnSpPr>
          <p:nvPr/>
        </p:nvCxnSpPr>
        <p:spPr>
          <a:xfrm>
            <a:off x="4350411" y="1248471"/>
            <a:ext cx="0" cy="9078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2" name="Oval 1091">
            <a:extLst>
              <a:ext uri="{FF2B5EF4-FFF2-40B4-BE49-F238E27FC236}">
                <a16:creationId xmlns:a16="http://schemas.microsoft.com/office/drawing/2014/main" id="{88BD6DF0-4754-4A43-5B63-2701F4FF7A4C}"/>
              </a:ext>
            </a:extLst>
          </p:cNvPr>
          <p:cNvSpPr/>
          <p:nvPr/>
        </p:nvSpPr>
        <p:spPr>
          <a:xfrm rot="10800000">
            <a:off x="4122915" y="2909083"/>
            <a:ext cx="400181" cy="40018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93" name="Straight Connector 1092">
            <a:extLst>
              <a:ext uri="{FF2B5EF4-FFF2-40B4-BE49-F238E27FC236}">
                <a16:creationId xmlns:a16="http://schemas.microsoft.com/office/drawing/2014/main" id="{B1663144-308A-DA78-5948-99B91C21B9AE}"/>
              </a:ext>
            </a:extLst>
          </p:cNvPr>
          <p:cNvCxnSpPr>
            <a:cxnSpLocks/>
          </p:cNvCxnSpPr>
          <p:nvPr/>
        </p:nvCxnSpPr>
        <p:spPr>
          <a:xfrm rot="10800000">
            <a:off x="4323006" y="2909083"/>
            <a:ext cx="0" cy="4001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4" name="Straight Connector 1093">
            <a:extLst>
              <a:ext uri="{FF2B5EF4-FFF2-40B4-BE49-F238E27FC236}">
                <a16:creationId xmlns:a16="http://schemas.microsoft.com/office/drawing/2014/main" id="{D761C39A-09B5-F10C-1906-5985C9DB6032}"/>
              </a:ext>
            </a:extLst>
          </p:cNvPr>
          <p:cNvCxnSpPr>
            <a:cxnSpLocks/>
          </p:cNvCxnSpPr>
          <p:nvPr/>
        </p:nvCxnSpPr>
        <p:spPr>
          <a:xfrm rot="10800000" flipH="1">
            <a:off x="4122915" y="3109174"/>
            <a:ext cx="40018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5" name="Straight Arrow Connector 1094">
            <a:extLst>
              <a:ext uri="{FF2B5EF4-FFF2-40B4-BE49-F238E27FC236}">
                <a16:creationId xmlns:a16="http://schemas.microsoft.com/office/drawing/2014/main" id="{C1457A16-415C-2298-8C16-E7CB1E896254}"/>
              </a:ext>
            </a:extLst>
          </p:cNvPr>
          <p:cNvCxnSpPr>
            <a:cxnSpLocks/>
            <a:stCxn id="1077" idx="1"/>
            <a:endCxn id="1092" idx="6"/>
          </p:cNvCxnSpPr>
          <p:nvPr/>
        </p:nvCxnSpPr>
        <p:spPr>
          <a:xfrm>
            <a:off x="3635962" y="3101303"/>
            <a:ext cx="486953" cy="78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6" name="Straight Arrow Connector 1095">
            <a:extLst>
              <a:ext uri="{FF2B5EF4-FFF2-40B4-BE49-F238E27FC236}">
                <a16:creationId xmlns:a16="http://schemas.microsoft.com/office/drawing/2014/main" id="{926BF0F7-1FE8-743B-388A-2304E31F27AD}"/>
              </a:ext>
            </a:extLst>
          </p:cNvPr>
          <p:cNvCxnSpPr>
            <a:cxnSpLocks/>
            <a:stCxn id="1086" idx="7"/>
            <a:endCxn id="1092" idx="4"/>
          </p:cNvCxnSpPr>
          <p:nvPr/>
        </p:nvCxnSpPr>
        <p:spPr>
          <a:xfrm flipH="1">
            <a:off x="4323005" y="2556164"/>
            <a:ext cx="10697" cy="3529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7" name="Straight Arrow Connector 1096">
            <a:extLst>
              <a:ext uri="{FF2B5EF4-FFF2-40B4-BE49-F238E27FC236}">
                <a16:creationId xmlns:a16="http://schemas.microsoft.com/office/drawing/2014/main" id="{AA3D5287-5649-1FE1-916D-28964F71949C}"/>
              </a:ext>
            </a:extLst>
          </p:cNvPr>
          <p:cNvCxnSpPr>
            <a:cxnSpLocks/>
            <a:stCxn id="1092" idx="2"/>
            <a:endCxn id="1089" idx="3"/>
          </p:cNvCxnSpPr>
          <p:nvPr/>
        </p:nvCxnSpPr>
        <p:spPr>
          <a:xfrm>
            <a:off x="4523096" y="3109173"/>
            <a:ext cx="407092" cy="51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0" name="Straight Arrow Connector 1099">
            <a:extLst>
              <a:ext uri="{FF2B5EF4-FFF2-40B4-BE49-F238E27FC236}">
                <a16:creationId xmlns:a16="http://schemas.microsoft.com/office/drawing/2014/main" id="{8F00EB81-259F-A085-2A1A-732E1FCB671E}"/>
              </a:ext>
            </a:extLst>
          </p:cNvPr>
          <p:cNvCxnSpPr>
            <a:cxnSpLocks/>
            <a:stCxn id="1089" idx="1"/>
          </p:cNvCxnSpPr>
          <p:nvPr/>
        </p:nvCxnSpPr>
        <p:spPr>
          <a:xfrm flipV="1">
            <a:off x="5305673" y="3111746"/>
            <a:ext cx="438699" cy="25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3" name="Straight Connector 1102">
            <a:extLst>
              <a:ext uri="{FF2B5EF4-FFF2-40B4-BE49-F238E27FC236}">
                <a16:creationId xmlns:a16="http://schemas.microsoft.com/office/drawing/2014/main" id="{1A8F8307-4978-6F4C-31BA-316C0B13A535}"/>
              </a:ext>
            </a:extLst>
          </p:cNvPr>
          <p:cNvCxnSpPr>
            <a:cxnSpLocks/>
          </p:cNvCxnSpPr>
          <p:nvPr/>
        </p:nvCxnSpPr>
        <p:spPr>
          <a:xfrm>
            <a:off x="4930188" y="2327256"/>
            <a:ext cx="175562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5" name="Straight Connector 1104">
            <a:extLst>
              <a:ext uri="{FF2B5EF4-FFF2-40B4-BE49-F238E27FC236}">
                <a16:creationId xmlns:a16="http://schemas.microsoft.com/office/drawing/2014/main" id="{81F848DC-9507-EFB9-1188-5811EAF7EDDC}"/>
              </a:ext>
            </a:extLst>
          </p:cNvPr>
          <p:cNvCxnSpPr>
            <a:cxnSpLocks/>
          </p:cNvCxnSpPr>
          <p:nvPr/>
        </p:nvCxnSpPr>
        <p:spPr>
          <a:xfrm>
            <a:off x="5807998" y="3109173"/>
            <a:ext cx="175562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6" name="Oval 1105">
            <a:extLst>
              <a:ext uri="{FF2B5EF4-FFF2-40B4-BE49-F238E27FC236}">
                <a16:creationId xmlns:a16="http://schemas.microsoft.com/office/drawing/2014/main" id="{1FFE710E-750E-3D4B-CA7B-4BC2022F2F66}"/>
              </a:ext>
            </a:extLst>
          </p:cNvPr>
          <p:cNvSpPr/>
          <p:nvPr/>
        </p:nvSpPr>
        <p:spPr>
          <a:xfrm rot="8243572">
            <a:off x="8091677" y="2119694"/>
            <a:ext cx="400181" cy="40018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07" name="Straight Connector 1106">
            <a:extLst>
              <a:ext uri="{FF2B5EF4-FFF2-40B4-BE49-F238E27FC236}">
                <a16:creationId xmlns:a16="http://schemas.microsoft.com/office/drawing/2014/main" id="{16E845CB-872E-6201-8B81-59F19576161A}"/>
              </a:ext>
            </a:extLst>
          </p:cNvPr>
          <p:cNvCxnSpPr>
            <a:cxnSpLocks/>
          </p:cNvCxnSpPr>
          <p:nvPr/>
        </p:nvCxnSpPr>
        <p:spPr>
          <a:xfrm rot="8243572">
            <a:off x="8291768" y="2119694"/>
            <a:ext cx="0" cy="4001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8" name="Straight Connector 1107">
            <a:extLst>
              <a:ext uri="{FF2B5EF4-FFF2-40B4-BE49-F238E27FC236}">
                <a16:creationId xmlns:a16="http://schemas.microsoft.com/office/drawing/2014/main" id="{E2FAF8FA-97FF-0946-8914-C44A766DCD9A}"/>
              </a:ext>
            </a:extLst>
          </p:cNvPr>
          <p:cNvCxnSpPr>
            <a:cxnSpLocks/>
          </p:cNvCxnSpPr>
          <p:nvPr/>
        </p:nvCxnSpPr>
        <p:spPr>
          <a:xfrm rot="8243572" flipH="1">
            <a:off x="8091677" y="2319785"/>
            <a:ext cx="40018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9" name="Rectangle 1108">
            <a:extLst>
              <a:ext uri="{FF2B5EF4-FFF2-40B4-BE49-F238E27FC236}">
                <a16:creationId xmlns:a16="http://schemas.microsoft.com/office/drawing/2014/main" id="{7CDC2E91-0A30-C0A4-A21F-BA4DCD042C4E}"/>
              </a:ext>
            </a:extLst>
          </p:cNvPr>
          <p:cNvSpPr/>
          <p:nvPr/>
        </p:nvSpPr>
        <p:spPr>
          <a:xfrm flipH="1">
            <a:off x="8856854" y="2899558"/>
            <a:ext cx="375485" cy="400685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0" name="Straight Arrow Connector 1109">
            <a:extLst>
              <a:ext uri="{FF2B5EF4-FFF2-40B4-BE49-F238E27FC236}">
                <a16:creationId xmlns:a16="http://schemas.microsoft.com/office/drawing/2014/main" id="{BA26A7F8-F811-6755-789B-A3453824F661}"/>
              </a:ext>
            </a:extLst>
          </p:cNvPr>
          <p:cNvCxnSpPr>
            <a:cxnSpLocks/>
            <a:endCxn id="1106" idx="5"/>
          </p:cNvCxnSpPr>
          <p:nvPr/>
        </p:nvCxnSpPr>
        <p:spPr>
          <a:xfrm>
            <a:off x="7737346" y="2311430"/>
            <a:ext cx="3545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1" name="Straight Arrow Connector 1110">
            <a:extLst>
              <a:ext uri="{FF2B5EF4-FFF2-40B4-BE49-F238E27FC236}">
                <a16:creationId xmlns:a16="http://schemas.microsoft.com/office/drawing/2014/main" id="{44C23C30-3D46-33CE-0D2C-3C035B999158}"/>
              </a:ext>
            </a:extLst>
          </p:cNvPr>
          <p:cNvCxnSpPr>
            <a:cxnSpLocks/>
            <a:endCxn id="1106" idx="3"/>
          </p:cNvCxnSpPr>
          <p:nvPr/>
        </p:nvCxnSpPr>
        <p:spPr>
          <a:xfrm>
            <a:off x="8300122" y="1248471"/>
            <a:ext cx="0" cy="8713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2" name="Oval 1111">
            <a:extLst>
              <a:ext uri="{FF2B5EF4-FFF2-40B4-BE49-F238E27FC236}">
                <a16:creationId xmlns:a16="http://schemas.microsoft.com/office/drawing/2014/main" id="{E8452A9B-8246-4D3F-DFF8-166D904F6D21}"/>
              </a:ext>
            </a:extLst>
          </p:cNvPr>
          <p:cNvSpPr/>
          <p:nvPr/>
        </p:nvSpPr>
        <p:spPr>
          <a:xfrm rot="10800000">
            <a:off x="8072626" y="2899290"/>
            <a:ext cx="400181" cy="40018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3" name="Straight Connector 1112">
            <a:extLst>
              <a:ext uri="{FF2B5EF4-FFF2-40B4-BE49-F238E27FC236}">
                <a16:creationId xmlns:a16="http://schemas.microsoft.com/office/drawing/2014/main" id="{2B282100-B3A2-8165-9E01-0DC2FCD38AA7}"/>
              </a:ext>
            </a:extLst>
          </p:cNvPr>
          <p:cNvCxnSpPr>
            <a:cxnSpLocks/>
            <a:stCxn id="1112" idx="0"/>
            <a:endCxn id="1112" idx="4"/>
          </p:cNvCxnSpPr>
          <p:nvPr/>
        </p:nvCxnSpPr>
        <p:spPr>
          <a:xfrm flipV="1">
            <a:off x="8272716" y="2899290"/>
            <a:ext cx="0" cy="4001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4" name="Straight Connector 1113">
            <a:extLst>
              <a:ext uri="{FF2B5EF4-FFF2-40B4-BE49-F238E27FC236}">
                <a16:creationId xmlns:a16="http://schemas.microsoft.com/office/drawing/2014/main" id="{DF9FCB9D-623A-EBE6-B382-91A2033ADD1E}"/>
              </a:ext>
            </a:extLst>
          </p:cNvPr>
          <p:cNvCxnSpPr>
            <a:cxnSpLocks/>
            <a:stCxn id="1112" idx="6"/>
            <a:endCxn id="1112" idx="2"/>
          </p:cNvCxnSpPr>
          <p:nvPr/>
        </p:nvCxnSpPr>
        <p:spPr>
          <a:xfrm>
            <a:off x="8072626" y="3099380"/>
            <a:ext cx="40018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5" name="Straight Arrow Connector 1114">
            <a:extLst>
              <a:ext uri="{FF2B5EF4-FFF2-40B4-BE49-F238E27FC236}">
                <a16:creationId xmlns:a16="http://schemas.microsoft.com/office/drawing/2014/main" id="{F2706FD1-4D54-0438-6A8B-39ECF58337AE}"/>
              </a:ext>
            </a:extLst>
          </p:cNvPr>
          <p:cNvCxnSpPr>
            <a:cxnSpLocks/>
            <a:endCxn id="1112" idx="6"/>
          </p:cNvCxnSpPr>
          <p:nvPr/>
        </p:nvCxnSpPr>
        <p:spPr>
          <a:xfrm>
            <a:off x="7563618" y="3099380"/>
            <a:ext cx="5090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6" name="Straight Arrow Connector 1115">
            <a:extLst>
              <a:ext uri="{FF2B5EF4-FFF2-40B4-BE49-F238E27FC236}">
                <a16:creationId xmlns:a16="http://schemas.microsoft.com/office/drawing/2014/main" id="{A6460C96-6803-44EB-ADD3-8DFAF4444D15}"/>
              </a:ext>
            </a:extLst>
          </p:cNvPr>
          <p:cNvCxnSpPr>
            <a:cxnSpLocks/>
            <a:stCxn id="1106" idx="7"/>
            <a:endCxn id="1112" idx="4"/>
          </p:cNvCxnSpPr>
          <p:nvPr/>
        </p:nvCxnSpPr>
        <p:spPr>
          <a:xfrm flipH="1">
            <a:off x="8272716" y="2519701"/>
            <a:ext cx="10697" cy="3795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7" name="Straight Arrow Connector 1116">
            <a:extLst>
              <a:ext uri="{FF2B5EF4-FFF2-40B4-BE49-F238E27FC236}">
                <a16:creationId xmlns:a16="http://schemas.microsoft.com/office/drawing/2014/main" id="{8993C9D0-AA71-2BB5-44DD-758421AA6721}"/>
              </a:ext>
            </a:extLst>
          </p:cNvPr>
          <p:cNvCxnSpPr>
            <a:cxnSpLocks/>
            <a:stCxn id="1112" idx="2"/>
            <a:endCxn id="1109" idx="3"/>
          </p:cNvCxnSpPr>
          <p:nvPr/>
        </p:nvCxnSpPr>
        <p:spPr>
          <a:xfrm>
            <a:off x="8472807" y="3099380"/>
            <a:ext cx="384047" cy="5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6" name="Oval 1135">
            <a:extLst>
              <a:ext uri="{FF2B5EF4-FFF2-40B4-BE49-F238E27FC236}">
                <a16:creationId xmlns:a16="http://schemas.microsoft.com/office/drawing/2014/main" id="{217AFEAC-C1AC-A6AB-92E5-ADDD75E6E775}"/>
              </a:ext>
            </a:extLst>
          </p:cNvPr>
          <p:cNvSpPr/>
          <p:nvPr/>
        </p:nvSpPr>
        <p:spPr>
          <a:xfrm rot="10800000">
            <a:off x="11102451" y="2894863"/>
            <a:ext cx="400181" cy="40018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37" name="Straight Connector 1136">
            <a:extLst>
              <a:ext uri="{FF2B5EF4-FFF2-40B4-BE49-F238E27FC236}">
                <a16:creationId xmlns:a16="http://schemas.microsoft.com/office/drawing/2014/main" id="{8FF3CA20-E673-2925-70E3-1655B2EBD5EE}"/>
              </a:ext>
            </a:extLst>
          </p:cNvPr>
          <p:cNvCxnSpPr>
            <a:cxnSpLocks/>
            <a:stCxn id="1136" idx="0"/>
            <a:endCxn id="1136" idx="4"/>
          </p:cNvCxnSpPr>
          <p:nvPr/>
        </p:nvCxnSpPr>
        <p:spPr>
          <a:xfrm flipV="1">
            <a:off x="11302541" y="2894863"/>
            <a:ext cx="0" cy="4001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8" name="Straight Connector 1137">
            <a:extLst>
              <a:ext uri="{FF2B5EF4-FFF2-40B4-BE49-F238E27FC236}">
                <a16:creationId xmlns:a16="http://schemas.microsoft.com/office/drawing/2014/main" id="{18567940-5DB5-8267-0D85-58E42E28D941}"/>
              </a:ext>
            </a:extLst>
          </p:cNvPr>
          <p:cNvCxnSpPr>
            <a:cxnSpLocks/>
            <a:stCxn id="1136" idx="6"/>
            <a:endCxn id="1136" idx="2"/>
          </p:cNvCxnSpPr>
          <p:nvPr/>
        </p:nvCxnSpPr>
        <p:spPr>
          <a:xfrm>
            <a:off x="11102451" y="3094953"/>
            <a:ext cx="40018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9" name="Straight Arrow Connector 1138">
            <a:extLst>
              <a:ext uri="{FF2B5EF4-FFF2-40B4-BE49-F238E27FC236}">
                <a16:creationId xmlns:a16="http://schemas.microsoft.com/office/drawing/2014/main" id="{4CEB8B89-3892-710F-D7F9-542B406E5560}"/>
              </a:ext>
            </a:extLst>
          </p:cNvPr>
          <p:cNvCxnSpPr>
            <a:cxnSpLocks/>
            <a:stCxn id="1109" idx="1"/>
            <a:endCxn id="1136" idx="6"/>
          </p:cNvCxnSpPr>
          <p:nvPr/>
        </p:nvCxnSpPr>
        <p:spPr>
          <a:xfrm flipV="1">
            <a:off x="9232339" y="3094953"/>
            <a:ext cx="1870112" cy="49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1" name="Straight Arrow Connector 1140">
            <a:extLst>
              <a:ext uri="{FF2B5EF4-FFF2-40B4-BE49-F238E27FC236}">
                <a16:creationId xmlns:a16="http://schemas.microsoft.com/office/drawing/2014/main" id="{D17EDA3A-04BF-5554-82F7-C37215DE1902}"/>
              </a:ext>
            </a:extLst>
          </p:cNvPr>
          <p:cNvCxnSpPr>
            <a:cxnSpLocks/>
            <a:stCxn id="1136" idx="4"/>
          </p:cNvCxnSpPr>
          <p:nvPr/>
        </p:nvCxnSpPr>
        <p:spPr>
          <a:xfrm rot="16200000" flipV="1">
            <a:off x="10383184" y="1975506"/>
            <a:ext cx="1447063" cy="391652"/>
          </a:xfrm>
          <a:prstGeom prst="bentConnector3">
            <a:avLst>
              <a:gd name="adj1" fmla="val 10055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6" name="Straight Arrow Connector 1145">
            <a:extLst>
              <a:ext uri="{FF2B5EF4-FFF2-40B4-BE49-F238E27FC236}">
                <a16:creationId xmlns:a16="http://schemas.microsoft.com/office/drawing/2014/main" id="{C549916C-3BD7-B445-97F6-401D24DFA520}"/>
              </a:ext>
            </a:extLst>
          </p:cNvPr>
          <p:cNvCxnSpPr>
            <a:cxnSpLocks/>
          </p:cNvCxnSpPr>
          <p:nvPr/>
        </p:nvCxnSpPr>
        <p:spPr>
          <a:xfrm flipH="1">
            <a:off x="10928573" y="1036320"/>
            <a:ext cx="37396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9" name="Straight Arrow Connector 1148">
            <a:extLst>
              <a:ext uri="{FF2B5EF4-FFF2-40B4-BE49-F238E27FC236}">
                <a16:creationId xmlns:a16="http://schemas.microsoft.com/office/drawing/2014/main" id="{6A941DC8-35BD-3E8D-AF2E-D2076765B3D5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10719023" y="518160"/>
            <a:ext cx="0" cy="3712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3" name="Straight Arrow Connector 3">
            <a:extLst>
              <a:ext uri="{FF2B5EF4-FFF2-40B4-BE49-F238E27FC236}">
                <a16:creationId xmlns:a16="http://schemas.microsoft.com/office/drawing/2014/main" id="{54D07227-E050-932F-FEC9-F65D572A9DFE}"/>
              </a:ext>
            </a:extLst>
          </p:cNvPr>
          <p:cNvCxnSpPr>
            <a:cxnSpLocks/>
            <a:endCxn id="1136" idx="0"/>
          </p:cNvCxnSpPr>
          <p:nvPr/>
        </p:nvCxnSpPr>
        <p:spPr>
          <a:xfrm flipV="1">
            <a:off x="1977963" y="3295044"/>
            <a:ext cx="9324578" cy="91939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5" name="Trapezoid 1154">
            <a:extLst>
              <a:ext uri="{FF2B5EF4-FFF2-40B4-BE49-F238E27FC236}">
                <a16:creationId xmlns:a16="http://schemas.microsoft.com/office/drawing/2014/main" id="{F4B24F52-F99A-63B2-67DD-06FCC782E890}"/>
              </a:ext>
            </a:extLst>
          </p:cNvPr>
          <p:cNvSpPr/>
          <p:nvPr/>
        </p:nvSpPr>
        <p:spPr>
          <a:xfrm rot="5400000">
            <a:off x="5684520" y="5286351"/>
            <a:ext cx="822960" cy="419100"/>
          </a:xfrm>
          <a:prstGeom prst="trapezoid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noFill/>
            </a:endParaRPr>
          </a:p>
        </p:txBody>
      </p:sp>
      <p:cxnSp>
        <p:nvCxnSpPr>
          <p:cNvPr id="1156" name="Straight Arrow Connector 1155">
            <a:extLst>
              <a:ext uri="{FF2B5EF4-FFF2-40B4-BE49-F238E27FC236}">
                <a16:creationId xmlns:a16="http://schemas.microsoft.com/office/drawing/2014/main" id="{B4E724A8-A996-C61D-6A84-B6BFE55A5C4F}"/>
              </a:ext>
            </a:extLst>
          </p:cNvPr>
          <p:cNvCxnSpPr>
            <a:cxnSpLocks/>
            <a:stCxn id="1155" idx="0"/>
          </p:cNvCxnSpPr>
          <p:nvPr/>
        </p:nvCxnSpPr>
        <p:spPr>
          <a:xfrm>
            <a:off x="6305550" y="5495901"/>
            <a:ext cx="38025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7" name="Straight Arrow Connector 1156">
            <a:extLst>
              <a:ext uri="{FF2B5EF4-FFF2-40B4-BE49-F238E27FC236}">
                <a16:creationId xmlns:a16="http://schemas.microsoft.com/office/drawing/2014/main" id="{FDE85CEA-FDDF-53EF-C7C3-1ED6CAB1E9F4}"/>
              </a:ext>
            </a:extLst>
          </p:cNvPr>
          <p:cNvCxnSpPr>
            <a:cxnSpLocks/>
            <a:endCxn id="1155" idx="3"/>
          </p:cNvCxnSpPr>
          <p:nvPr/>
        </p:nvCxnSpPr>
        <p:spPr>
          <a:xfrm flipV="1">
            <a:off x="6096000" y="5854994"/>
            <a:ext cx="0" cy="3795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3" name="Straight Arrow Connector 1162">
            <a:extLst>
              <a:ext uri="{FF2B5EF4-FFF2-40B4-BE49-F238E27FC236}">
                <a16:creationId xmlns:a16="http://schemas.microsoft.com/office/drawing/2014/main" id="{140F3F32-EC1A-0FE4-D517-526E6490B5BD}"/>
              </a:ext>
            </a:extLst>
          </p:cNvPr>
          <p:cNvCxnSpPr>
            <a:cxnSpLocks/>
          </p:cNvCxnSpPr>
          <p:nvPr/>
        </p:nvCxnSpPr>
        <p:spPr>
          <a:xfrm>
            <a:off x="2509016" y="4200453"/>
            <a:ext cx="3371542" cy="1454451"/>
          </a:xfrm>
          <a:prstGeom prst="bentConnector3">
            <a:avLst>
              <a:gd name="adj1" fmla="val 33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8" name="Straight Connector 1177">
            <a:extLst>
              <a:ext uri="{FF2B5EF4-FFF2-40B4-BE49-F238E27FC236}">
                <a16:creationId xmlns:a16="http://schemas.microsoft.com/office/drawing/2014/main" id="{0BA8B292-2D18-149B-224A-E2551281E10B}"/>
              </a:ext>
            </a:extLst>
          </p:cNvPr>
          <p:cNvCxnSpPr>
            <a:cxnSpLocks/>
          </p:cNvCxnSpPr>
          <p:nvPr/>
        </p:nvCxnSpPr>
        <p:spPr>
          <a:xfrm rot="10800000" flipV="1">
            <a:off x="5525022" y="3101299"/>
            <a:ext cx="4648726" cy="1642968"/>
          </a:xfrm>
          <a:prstGeom prst="bentConnector3">
            <a:avLst>
              <a:gd name="adj1" fmla="val -324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8" name="Straight Arrow Connector 1162">
            <a:extLst>
              <a:ext uri="{FF2B5EF4-FFF2-40B4-BE49-F238E27FC236}">
                <a16:creationId xmlns:a16="http://schemas.microsoft.com/office/drawing/2014/main" id="{BF2C60E2-EB56-053A-413C-5934EB051279}"/>
              </a:ext>
            </a:extLst>
          </p:cNvPr>
          <p:cNvCxnSpPr>
            <a:cxnSpLocks/>
          </p:cNvCxnSpPr>
          <p:nvPr/>
        </p:nvCxnSpPr>
        <p:spPr>
          <a:xfrm rot="16200000" flipH="1">
            <a:off x="5430431" y="4840776"/>
            <a:ext cx="544721" cy="355538"/>
          </a:xfrm>
          <a:prstGeom prst="bentConnector3">
            <a:avLst>
              <a:gd name="adj1" fmla="val 10027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4" name="TextBox 1193">
            <a:extLst>
              <a:ext uri="{FF2B5EF4-FFF2-40B4-BE49-F238E27FC236}">
                <a16:creationId xmlns:a16="http://schemas.microsoft.com/office/drawing/2014/main" id="{F58A3823-4C3D-39C5-B742-FD8D496FF4DA}"/>
              </a:ext>
            </a:extLst>
          </p:cNvPr>
          <p:cNvSpPr txBox="1"/>
          <p:nvPr/>
        </p:nvSpPr>
        <p:spPr>
          <a:xfrm>
            <a:off x="10285250" y="213769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enable</a:t>
            </a:r>
          </a:p>
        </p:txBody>
      </p:sp>
      <p:sp>
        <p:nvSpPr>
          <p:cNvPr id="1195" name="TextBox 1194">
            <a:extLst>
              <a:ext uri="{FF2B5EF4-FFF2-40B4-BE49-F238E27FC236}">
                <a16:creationId xmlns:a16="http://schemas.microsoft.com/office/drawing/2014/main" id="{9A37A70C-B78B-62FD-4E5C-E70AE79FEEF2}"/>
              </a:ext>
            </a:extLst>
          </p:cNvPr>
          <p:cNvSpPr txBox="1"/>
          <p:nvPr/>
        </p:nvSpPr>
        <p:spPr>
          <a:xfrm>
            <a:off x="5657155" y="6289683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enable</a:t>
            </a:r>
          </a:p>
        </p:txBody>
      </p:sp>
      <p:sp>
        <p:nvSpPr>
          <p:cNvPr id="1196" name="TextBox 1195">
            <a:extLst>
              <a:ext uri="{FF2B5EF4-FFF2-40B4-BE49-F238E27FC236}">
                <a16:creationId xmlns:a16="http://schemas.microsoft.com/office/drawing/2014/main" id="{A376A2BB-DE42-A851-75EE-5117961A635F}"/>
              </a:ext>
            </a:extLst>
          </p:cNvPr>
          <p:cNvSpPr txBox="1"/>
          <p:nvPr/>
        </p:nvSpPr>
        <p:spPr>
          <a:xfrm>
            <a:off x="11302541" y="83487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197" name="TextBox 1196">
            <a:extLst>
              <a:ext uri="{FF2B5EF4-FFF2-40B4-BE49-F238E27FC236}">
                <a16:creationId xmlns:a16="http://schemas.microsoft.com/office/drawing/2014/main" id="{7C29F873-EA42-3BE4-9058-1B12BBAD7EBE}"/>
              </a:ext>
            </a:extLst>
          </p:cNvPr>
          <p:cNvSpPr txBox="1"/>
          <p:nvPr/>
        </p:nvSpPr>
        <p:spPr>
          <a:xfrm>
            <a:off x="10620475" y="85165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198" name="TextBox 1197">
            <a:extLst>
              <a:ext uri="{FF2B5EF4-FFF2-40B4-BE49-F238E27FC236}">
                <a16:creationId xmlns:a16="http://schemas.microsoft.com/office/drawing/2014/main" id="{AEBE1F55-5EED-4817-F2BA-98F8A6B80689}"/>
              </a:ext>
            </a:extLst>
          </p:cNvPr>
          <p:cNvSpPr txBox="1"/>
          <p:nvPr/>
        </p:nvSpPr>
        <p:spPr>
          <a:xfrm>
            <a:off x="10618271" y="124573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199" name="TextBox 1198">
            <a:extLst>
              <a:ext uri="{FF2B5EF4-FFF2-40B4-BE49-F238E27FC236}">
                <a16:creationId xmlns:a16="http://schemas.microsoft.com/office/drawing/2014/main" id="{2336BBDF-A749-E1DD-4828-1C161C1513AD}"/>
              </a:ext>
            </a:extLst>
          </p:cNvPr>
          <p:cNvSpPr txBox="1"/>
          <p:nvPr/>
        </p:nvSpPr>
        <p:spPr>
          <a:xfrm>
            <a:off x="5872871" y="509157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200" name="TextBox 1199">
            <a:extLst>
              <a:ext uri="{FF2B5EF4-FFF2-40B4-BE49-F238E27FC236}">
                <a16:creationId xmlns:a16="http://schemas.microsoft.com/office/drawing/2014/main" id="{C65F0636-38AB-C1A8-37C5-5684B4797A1C}"/>
              </a:ext>
            </a:extLst>
          </p:cNvPr>
          <p:cNvSpPr txBox="1"/>
          <p:nvPr/>
        </p:nvSpPr>
        <p:spPr>
          <a:xfrm>
            <a:off x="5870667" y="548566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201" name="TextBox 1200">
            <a:extLst>
              <a:ext uri="{FF2B5EF4-FFF2-40B4-BE49-F238E27FC236}">
                <a16:creationId xmlns:a16="http://schemas.microsoft.com/office/drawing/2014/main" id="{05F38B4A-C9A3-2D39-A620-A4EB2A7E48D2}"/>
              </a:ext>
            </a:extLst>
          </p:cNvPr>
          <p:cNvSpPr txBox="1"/>
          <p:nvPr/>
        </p:nvSpPr>
        <p:spPr>
          <a:xfrm>
            <a:off x="265475" y="3774051"/>
            <a:ext cx="2072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  <a:r>
              <a:rPr lang="en-US" baseline="-25000" dirty="0"/>
              <a:t>0</a:t>
            </a:r>
            <a:r>
              <a:rPr lang="en-US" dirty="0"/>
              <a:t> , M</a:t>
            </a:r>
            <a:r>
              <a:rPr lang="en-US" baseline="-25000" dirty="0"/>
              <a:t>1</a:t>
            </a:r>
            <a:r>
              <a:rPr lang="en-US" dirty="0"/>
              <a:t>, M</a:t>
            </a:r>
            <a:r>
              <a:rPr lang="en-US" baseline="-25000" dirty="0"/>
              <a:t>2</a:t>
            </a:r>
            <a:r>
              <a:rPr lang="en-US" dirty="0"/>
              <a:t>, …. M</a:t>
            </a:r>
            <a:r>
              <a:rPr lang="en-US" baseline="-25000" dirty="0"/>
              <a:t>k-1</a:t>
            </a:r>
          </a:p>
        </p:txBody>
      </p:sp>
      <p:sp>
        <p:nvSpPr>
          <p:cNvPr id="1203" name="TextBox 1202">
            <a:extLst>
              <a:ext uri="{FF2B5EF4-FFF2-40B4-BE49-F238E27FC236}">
                <a16:creationId xmlns:a16="http://schemas.microsoft.com/office/drawing/2014/main" id="{17B59124-CC53-179B-FFA0-54B1D258D34A}"/>
              </a:ext>
            </a:extLst>
          </p:cNvPr>
          <p:cNvSpPr txBox="1"/>
          <p:nvPr/>
        </p:nvSpPr>
        <p:spPr>
          <a:xfrm>
            <a:off x="9057635" y="5290906"/>
            <a:ext cx="2072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M</a:t>
            </a:r>
            <a:r>
              <a:rPr lang="en-US" baseline="-25000" dirty="0"/>
              <a:t>0</a:t>
            </a:r>
            <a:r>
              <a:rPr lang="en-US" dirty="0"/>
              <a:t> , M</a:t>
            </a:r>
            <a:r>
              <a:rPr lang="en-US" baseline="-25000" dirty="0"/>
              <a:t>1</a:t>
            </a:r>
            <a:r>
              <a:rPr lang="en-US" dirty="0"/>
              <a:t>, M</a:t>
            </a:r>
            <a:r>
              <a:rPr lang="en-US" baseline="-25000" dirty="0"/>
              <a:t>2</a:t>
            </a:r>
            <a:r>
              <a:rPr lang="en-US" dirty="0"/>
              <a:t>, …. M</a:t>
            </a:r>
            <a:r>
              <a:rPr lang="en-US" baseline="-25000" dirty="0"/>
              <a:t>k-1</a:t>
            </a:r>
          </a:p>
        </p:txBody>
      </p:sp>
      <p:sp>
        <p:nvSpPr>
          <p:cNvPr id="1205" name="TextBox 1204">
            <a:extLst>
              <a:ext uri="{FF2B5EF4-FFF2-40B4-BE49-F238E27FC236}">
                <a16:creationId xmlns:a16="http://schemas.microsoft.com/office/drawing/2014/main" id="{75EE607B-28AB-517B-4F45-8CA6573B5A9B}"/>
              </a:ext>
            </a:extLst>
          </p:cNvPr>
          <p:cNvSpPr txBox="1"/>
          <p:nvPr/>
        </p:nvSpPr>
        <p:spPr>
          <a:xfrm>
            <a:off x="202892" y="2129992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</a:t>
            </a:r>
            <a:r>
              <a:rPr lang="en-US" baseline="-25000" dirty="0"/>
              <a:t>0</a:t>
            </a:r>
          </a:p>
        </p:txBody>
      </p:sp>
      <p:sp>
        <p:nvSpPr>
          <p:cNvPr id="1206" name="TextBox 1205">
            <a:extLst>
              <a:ext uri="{FF2B5EF4-FFF2-40B4-BE49-F238E27FC236}">
                <a16:creationId xmlns:a16="http://schemas.microsoft.com/office/drawing/2014/main" id="{8E6BED03-827E-335E-88E8-9A2971631F36}"/>
              </a:ext>
            </a:extLst>
          </p:cNvPr>
          <p:cNvSpPr txBox="1"/>
          <p:nvPr/>
        </p:nvSpPr>
        <p:spPr>
          <a:xfrm>
            <a:off x="1686018" y="2140411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</a:t>
            </a:r>
            <a:r>
              <a:rPr lang="en-US" baseline="-25000" dirty="0"/>
              <a:t>1</a:t>
            </a:r>
          </a:p>
        </p:txBody>
      </p:sp>
      <p:sp>
        <p:nvSpPr>
          <p:cNvPr id="1207" name="TextBox 1206">
            <a:extLst>
              <a:ext uri="{FF2B5EF4-FFF2-40B4-BE49-F238E27FC236}">
                <a16:creationId xmlns:a16="http://schemas.microsoft.com/office/drawing/2014/main" id="{5306052A-3F5B-2E2B-3673-CCC47E0ACDCD}"/>
              </a:ext>
            </a:extLst>
          </p:cNvPr>
          <p:cNvSpPr txBox="1"/>
          <p:nvPr/>
        </p:nvSpPr>
        <p:spPr>
          <a:xfrm>
            <a:off x="3323951" y="2140411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</a:t>
            </a:r>
            <a:r>
              <a:rPr lang="en-US" baseline="-25000" dirty="0"/>
              <a:t>2</a:t>
            </a:r>
          </a:p>
        </p:txBody>
      </p:sp>
      <p:sp>
        <p:nvSpPr>
          <p:cNvPr id="1208" name="TextBox 1207">
            <a:extLst>
              <a:ext uri="{FF2B5EF4-FFF2-40B4-BE49-F238E27FC236}">
                <a16:creationId xmlns:a16="http://schemas.microsoft.com/office/drawing/2014/main" id="{21F779DD-067C-BA0C-C9AC-105E23C72E06}"/>
              </a:ext>
            </a:extLst>
          </p:cNvPr>
          <p:cNvSpPr txBox="1"/>
          <p:nvPr/>
        </p:nvSpPr>
        <p:spPr>
          <a:xfrm>
            <a:off x="7187837" y="2127877"/>
            <a:ext cx="550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</a:t>
            </a:r>
            <a:r>
              <a:rPr lang="en-US" baseline="-25000" dirty="0"/>
              <a:t>2t-1</a:t>
            </a:r>
          </a:p>
        </p:txBody>
      </p:sp>
      <p:sp>
        <p:nvSpPr>
          <p:cNvPr id="1210" name="TextBox 1209">
            <a:extLst>
              <a:ext uri="{FF2B5EF4-FFF2-40B4-BE49-F238E27FC236}">
                <a16:creationId xmlns:a16="http://schemas.microsoft.com/office/drawing/2014/main" id="{050249F8-B939-6BE0-8879-775EB283D90E}"/>
              </a:ext>
            </a:extLst>
          </p:cNvPr>
          <p:cNvSpPr txBox="1"/>
          <p:nvPr/>
        </p:nvSpPr>
        <p:spPr>
          <a:xfrm>
            <a:off x="7134606" y="5300996"/>
            <a:ext cx="2019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P</a:t>
            </a:r>
            <a:r>
              <a:rPr lang="en-US" baseline="-25000" dirty="0"/>
              <a:t>0</a:t>
            </a:r>
            <a:r>
              <a:rPr lang="en-US" dirty="0"/>
              <a:t> , P</a:t>
            </a:r>
            <a:r>
              <a:rPr lang="en-US" baseline="-25000" dirty="0"/>
              <a:t>1</a:t>
            </a:r>
            <a:r>
              <a:rPr lang="en-US" dirty="0"/>
              <a:t>, P</a:t>
            </a:r>
            <a:r>
              <a:rPr lang="en-US" baseline="-25000" dirty="0"/>
              <a:t>2</a:t>
            </a:r>
            <a:r>
              <a:rPr lang="en-US" dirty="0"/>
              <a:t>, …. P</a:t>
            </a:r>
            <a:r>
              <a:rPr lang="en-US" baseline="-25000" dirty="0"/>
              <a:t>n-k-1</a:t>
            </a:r>
          </a:p>
        </p:txBody>
      </p:sp>
      <p:sp>
        <p:nvSpPr>
          <p:cNvPr id="1211" name="TextBox 1210">
            <a:extLst>
              <a:ext uri="{FF2B5EF4-FFF2-40B4-BE49-F238E27FC236}">
                <a16:creationId xmlns:a16="http://schemas.microsoft.com/office/drawing/2014/main" id="{45FC2D5B-555F-C6BB-9DB4-A42589257F59}"/>
              </a:ext>
            </a:extLst>
          </p:cNvPr>
          <p:cNvSpPr txBox="1"/>
          <p:nvPr/>
        </p:nvSpPr>
        <p:spPr>
          <a:xfrm>
            <a:off x="568440" y="4143383"/>
            <a:ext cx="11565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-25000" dirty="0"/>
              <a:t>Input Message</a:t>
            </a:r>
          </a:p>
        </p:txBody>
      </p:sp>
      <p:sp>
        <p:nvSpPr>
          <p:cNvPr id="1212" name="TextBox 1211">
            <a:extLst>
              <a:ext uri="{FF2B5EF4-FFF2-40B4-BE49-F238E27FC236}">
                <a16:creationId xmlns:a16="http://schemas.microsoft.com/office/drawing/2014/main" id="{BEC2A9DC-07D5-0BAD-018A-6498B936F2E6}"/>
              </a:ext>
            </a:extLst>
          </p:cNvPr>
          <p:cNvSpPr txBox="1"/>
          <p:nvPr/>
        </p:nvSpPr>
        <p:spPr>
          <a:xfrm>
            <a:off x="8439037" y="5672823"/>
            <a:ext cx="14797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-25000" dirty="0"/>
              <a:t>Codeword Symbols</a:t>
            </a:r>
          </a:p>
        </p:txBody>
      </p:sp>
      <p:sp>
        <p:nvSpPr>
          <p:cNvPr id="1213" name="Title 1">
            <a:extLst>
              <a:ext uri="{FF2B5EF4-FFF2-40B4-BE49-F238E27FC236}">
                <a16:creationId xmlns:a16="http://schemas.microsoft.com/office/drawing/2014/main" id="{578E4350-FA7B-0E48-C08A-E3C723A84C66}"/>
              </a:ext>
            </a:extLst>
          </p:cNvPr>
          <p:cNvSpPr txBox="1">
            <a:spLocks/>
          </p:cNvSpPr>
          <p:nvPr/>
        </p:nvSpPr>
        <p:spPr>
          <a:xfrm>
            <a:off x="4720226" y="246049"/>
            <a:ext cx="2917078" cy="37121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Reed Solomon encoder</a:t>
            </a:r>
          </a:p>
        </p:txBody>
      </p:sp>
    </p:spTree>
    <p:extLst>
      <p:ext uri="{BB962C8B-B14F-4D97-AF65-F5344CB8AC3E}">
        <p14:creationId xmlns:p14="http://schemas.microsoft.com/office/powerpoint/2010/main" val="32209448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9938C-1769-F57A-2575-ECFF0111F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152A7-384C-1C86-71F3-92F2EF0342B0}"/>
              </a:ext>
            </a:extLst>
          </p:cNvPr>
          <p:cNvSpPr txBox="1">
            <a:spLocks/>
          </p:cNvSpPr>
          <p:nvPr/>
        </p:nvSpPr>
        <p:spPr>
          <a:xfrm>
            <a:off x="4637461" y="246049"/>
            <a:ext cx="2917078" cy="37121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Modulation</a:t>
            </a:r>
          </a:p>
        </p:txBody>
      </p:sp>
      <p:sp>
        <p:nvSpPr>
          <p:cNvPr id="3" name="Rectangle 2">
            <a:hlinkClick r:id="rId3" action="ppaction://hlinksldjump"/>
            <a:extLst>
              <a:ext uri="{FF2B5EF4-FFF2-40B4-BE49-F238E27FC236}">
                <a16:creationId xmlns:a16="http://schemas.microsoft.com/office/drawing/2014/main" id="{58C432C4-71B5-111F-58F0-E474CC3302D5}"/>
              </a:ext>
            </a:extLst>
          </p:cNvPr>
          <p:cNvSpPr/>
          <p:nvPr/>
        </p:nvSpPr>
        <p:spPr>
          <a:xfrm>
            <a:off x="2208032" y="1935678"/>
            <a:ext cx="1760288" cy="176486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3904CC-B386-6306-35C8-C6AE2AEC2007}"/>
              </a:ext>
            </a:extLst>
          </p:cNvPr>
          <p:cNvSpPr txBox="1"/>
          <p:nvPr/>
        </p:nvSpPr>
        <p:spPr>
          <a:xfrm>
            <a:off x="2208032" y="2587275"/>
            <a:ext cx="1760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BPSK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A3DEFC-C7F2-2465-95CB-843F0EBABF52}"/>
              </a:ext>
            </a:extLst>
          </p:cNvPr>
          <p:cNvSpPr/>
          <p:nvPr/>
        </p:nvSpPr>
        <p:spPr>
          <a:xfrm>
            <a:off x="8081175" y="1947602"/>
            <a:ext cx="1760288" cy="176486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8EE5AA-E4AB-27C8-8354-644C04B62972}"/>
              </a:ext>
            </a:extLst>
          </p:cNvPr>
          <p:cNvSpPr txBox="1"/>
          <p:nvPr/>
        </p:nvSpPr>
        <p:spPr>
          <a:xfrm>
            <a:off x="8081175" y="2599199"/>
            <a:ext cx="1760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8-PSK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787B9EA-858B-0296-B215-01AC94DECCF1}"/>
              </a:ext>
            </a:extLst>
          </p:cNvPr>
          <p:cNvCxnSpPr>
            <a:cxnSpLocks/>
          </p:cNvCxnSpPr>
          <p:nvPr/>
        </p:nvCxnSpPr>
        <p:spPr>
          <a:xfrm>
            <a:off x="6096000" y="1686296"/>
            <a:ext cx="0" cy="32894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6771E52-258E-1DFE-F3EF-F5D59BEFEC1A}"/>
              </a:ext>
            </a:extLst>
          </p:cNvPr>
          <p:cNvSpPr txBox="1"/>
          <p:nvPr/>
        </p:nvSpPr>
        <p:spPr>
          <a:xfrm>
            <a:off x="1905601" y="4352135"/>
            <a:ext cx="23651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For pulse train</a:t>
            </a:r>
          </a:p>
          <a:p>
            <a:pPr algn="ctr"/>
            <a:r>
              <a:rPr lang="en-US" sz="2400" dirty="0"/>
              <a:t> and </a:t>
            </a:r>
          </a:p>
          <a:p>
            <a:pPr algn="ctr"/>
            <a:r>
              <a:rPr lang="en-US" sz="2400" dirty="0"/>
              <a:t>control signal 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ABE84F-2C52-C6B0-51CF-977E4CE40535}"/>
              </a:ext>
            </a:extLst>
          </p:cNvPr>
          <p:cNvSpPr txBox="1"/>
          <p:nvPr/>
        </p:nvSpPr>
        <p:spPr>
          <a:xfrm>
            <a:off x="7778744" y="4361641"/>
            <a:ext cx="23651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For data</a:t>
            </a:r>
          </a:p>
          <a:p>
            <a:pPr algn="ctr"/>
            <a:r>
              <a:rPr lang="en-US" sz="2400" dirty="0"/>
              <a:t> and </a:t>
            </a:r>
          </a:p>
          <a:p>
            <a:pPr algn="ctr"/>
            <a:r>
              <a:rPr lang="en-US" sz="2400" dirty="0"/>
              <a:t>CRC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27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24099-307B-06E3-88D8-4FAEB3749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3" action="ppaction://hlinksldjump"/>
            <a:extLst>
              <a:ext uri="{FF2B5EF4-FFF2-40B4-BE49-F238E27FC236}">
                <a16:creationId xmlns:a16="http://schemas.microsoft.com/office/drawing/2014/main" id="{AB115D28-3120-358F-4185-7DDDF183A41B}"/>
              </a:ext>
            </a:extLst>
          </p:cNvPr>
          <p:cNvSpPr/>
          <p:nvPr/>
        </p:nvSpPr>
        <p:spPr>
          <a:xfrm>
            <a:off x="2686317" y="2880563"/>
            <a:ext cx="1117721" cy="112062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D23BE07-0142-E909-5B1A-A4B83612B68C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3797756" y="3428999"/>
            <a:ext cx="1201756" cy="116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97F3540-9FFB-D0ED-5189-5BEF8C15FC37}"/>
              </a:ext>
            </a:extLst>
          </p:cNvPr>
          <p:cNvSpPr txBox="1"/>
          <p:nvPr/>
        </p:nvSpPr>
        <p:spPr>
          <a:xfrm>
            <a:off x="5558373" y="148780"/>
            <a:ext cx="10150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BPSK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F5D85A-F231-F87C-8AB2-216C90D327B7}"/>
              </a:ext>
            </a:extLst>
          </p:cNvPr>
          <p:cNvSpPr txBox="1"/>
          <p:nvPr/>
        </p:nvSpPr>
        <p:spPr>
          <a:xfrm>
            <a:off x="2680035" y="3275110"/>
            <a:ext cx="1117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Mapper</a:t>
            </a:r>
            <a:endParaRPr lang="en-US" dirty="0"/>
          </a:p>
        </p:txBody>
      </p:sp>
      <p:sp>
        <p:nvSpPr>
          <p:cNvPr id="10" name="Rectangle 9">
            <a:hlinkClick r:id="rId4" action="ppaction://hlinksldjump"/>
            <a:extLst>
              <a:ext uri="{FF2B5EF4-FFF2-40B4-BE49-F238E27FC236}">
                <a16:creationId xmlns:a16="http://schemas.microsoft.com/office/drawing/2014/main" id="{599D7B24-552C-1FF6-1FE8-B9F70C8E3A19}"/>
              </a:ext>
            </a:extLst>
          </p:cNvPr>
          <p:cNvSpPr/>
          <p:nvPr/>
        </p:nvSpPr>
        <p:spPr>
          <a:xfrm>
            <a:off x="4999512" y="2880314"/>
            <a:ext cx="1117721" cy="112062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F73CAE8-FF3D-EBD1-2016-4D388923AE6C}"/>
              </a:ext>
            </a:extLst>
          </p:cNvPr>
          <p:cNvCxnSpPr>
            <a:cxnSpLocks/>
            <a:stCxn id="10" idx="3"/>
            <a:endCxn id="13" idx="1"/>
          </p:cNvCxnSpPr>
          <p:nvPr/>
        </p:nvCxnSpPr>
        <p:spPr>
          <a:xfrm>
            <a:off x="6117233" y="3440626"/>
            <a:ext cx="1315211" cy="2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03B8DF9-39F1-35E5-6AB3-AC146C0BF9A0}"/>
              </a:ext>
            </a:extLst>
          </p:cNvPr>
          <p:cNvSpPr txBox="1"/>
          <p:nvPr/>
        </p:nvSpPr>
        <p:spPr>
          <a:xfrm>
            <a:off x="5035922" y="3286737"/>
            <a:ext cx="1044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Upsampler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90B818-09C0-2056-40A1-8511DCAE83A6}"/>
              </a:ext>
            </a:extLst>
          </p:cNvPr>
          <p:cNvSpPr/>
          <p:nvPr/>
        </p:nvSpPr>
        <p:spPr>
          <a:xfrm>
            <a:off x="7432444" y="2880563"/>
            <a:ext cx="1117721" cy="112062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7B895C5-4BBB-4F60-47D8-6719C805D729}"/>
              </a:ext>
            </a:extLst>
          </p:cNvPr>
          <p:cNvCxnSpPr>
            <a:cxnSpLocks/>
            <a:stCxn id="13" idx="3"/>
            <a:endCxn id="33" idx="5"/>
          </p:cNvCxnSpPr>
          <p:nvPr/>
        </p:nvCxnSpPr>
        <p:spPr>
          <a:xfrm>
            <a:off x="8550165" y="3440875"/>
            <a:ext cx="1102485" cy="147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504BD8C-AA42-F1F1-4566-67D66FF620CF}"/>
              </a:ext>
            </a:extLst>
          </p:cNvPr>
          <p:cNvSpPr txBox="1"/>
          <p:nvPr/>
        </p:nvSpPr>
        <p:spPr>
          <a:xfrm>
            <a:off x="7432444" y="3275111"/>
            <a:ext cx="1117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FIR filter</a:t>
            </a:r>
            <a:endParaRPr lang="en-US" dirty="0"/>
          </a:p>
        </p:txBody>
      </p:sp>
      <p:sp>
        <p:nvSpPr>
          <p:cNvPr id="2" name="Rectangle 1">
            <a:hlinkClick r:id="rId3" action="ppaction://hlinksldjump"/>
            <a:extLst>
              <a:ext uri="{FF2B5EF4-FFF2-40B4-BE49-F238E27FC236}">
                <a16:creationId xmlns:a16="http://schemas.microsoft.com/office/drawing/2014/main" id="{1BFC5040-C61F-36CA-28AF-F4035C16F0F3}"/>
              </a:ext>
            </a:extLst>
          </p:cNvPr>
          <p:cNvSpPr/>
          <p:nvPr/>
        </p:nvSpPr>
        <p:spPr>
          <a:xfrm>
            <a:off x="616714" y="2879929"/>
            <a:ext cx="1117721" cy="112062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0F24B71-ACD7-9727-BD92-CCC3D9D43E15}"/>
              </a:ext>
            </a:extLst>
          </p:cNvPr>
          <p:cNvCxnSpPr>
            <a:cxnSpLocks/>
            <a:stCxn id="2" idx="3"/>
            <a:endCxn id="9" idx="1"/>
          </p:cNvCxnSpPr>
          <p:nvPr/>
        </p:nvCxnSpPr>
        <p:spPr>
          <a:xfrm flipV="1">
            <a:off x="1734435" y="3428999"/>
            <a:ext cx="945600" cy="112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90D5362-30AC-F00F-5A0C-67E9AF6F033F}"/>
              </a:ext>
            </a:extLst>
          </p:cNvPr>
          <p:cNvSpPr txBox="1"/>
          <p:nvPr/>
        </p:nvSpPr>
        <p:spPr>
          <a:xfrm>
            <a:off x="621646" y="3275109"/>
            <a:ext cx="1117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Data source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DE0A49-1C87-37E8-5A40-F055EF9DAD39}"/>
              </a:ext>
            </a:extLst>
          </p:cNvPr>
          <p:cNvSpPr txBox="1"/>
          <p:nvPr/>
        </p:nvSpPr>
        <p:spPr>
          <a:xfrm>
            <a:off x="1812188" y="2998946"/>
            <a:ext cx="2202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0</a:t>
            </a:r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1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930BB2-4511-4EDB-CED8-1F5D586A20AE}"/>
              </a:ext>
            </a:extLst>
          </p:cNvPr>
          <p:cNvSpPr txBox="1"/>
          <p:nvPr/>
        </p:nvSpPr>
        <p:spPr>
          <a:xfrm>
            <a:off x="3834166" y="2868688"/>
            <a:ext cx="79341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16384</a:t>
            </a:r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-16384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DF54753-0A4A-83E0-59EA-A00C450865FC}"/>
              </a:ext>
            </a:extLst>
          </p:cNvPr>
          <p:cNvSpPr/>
          <p:nvPr/>
        </p:nvSpPr>
        <p:spPr>
          <a:xfrm>
            <a:off x="9299625" y="4624257"/>
            <a:ext cx="1117721" cy="112062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0AD59A2-465C-F629-1BD8-B493C6074A53}"/>
              </a:ext>
            </a:extLst>
          </p:cNvPr>
          <p:cNvCxnSpPr>
            <a:cxnSpLocks/>
            <a:stCxn id="24" idx="0"/>
            <a:endCxn id="33" idx="7"/>
          </p:cNvCxnSpPr>
          <p:nvPr/>
        </p:nvCxnSpPr>
        <p:spPr>
          <a:xfrm flipH="1" flipV="1">
            <a:off x="9844212" y="3663908"/>
            <a:ext cx="14274" cy="9603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6152611-7E3C-9D8E-BDB6-AA880199B5F0}"/>
              </a:ext>
            </a:extLst>
          </p:cNvPr>
          <p:cNvSpPr txBox="1"/>
          <p:nvPr/>
        </p:nvSpPr>
        <p:spPr>
          <a:xfrm>
            <a:off x="9299625" y="5030680"/>
            <a:ext cx="1117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NCO</a:t>
            </a:r>
            <a:endParaRPr 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9134E6D-D026-D92E-7DE7-0029FB9CCC26}"/>
              </a:ext>
            </a:extLst>
          </p:cNvPr>
          <p:cNvSpPr/>
          <p:nvPr/>
        </p:nvSpPr>
        <p:spPr>
          <a:xfrm rot="8243572">
            <a:off x="9652476" y="3263901"/>
            <a:ext cx="400181" cy="40018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539D06A-05EB-D08B-1266-7F0E59180CE1}"/>
              </a:ext>
            </a:extLst>
          </p:cNvPr>
          <p:cNvCxnSpPr>
            <a:cxnSpLocks/>
          </p:cNvCxnSpPr>
          <p:nvPr/>
        </p:nvCxnSpPr>
        <p:spPr>
          <a:xfrm rot="8243572">
            <a:off x="9852567" y="3263901"/>
            <a:ext cx="0" cy="4001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676AEDD-BC67-DC89-18FC-6B2B219C2513}"/>
              </a:ext>
            </a:extLst>
          </p:cNvPr>
          <p:cNvCxnSpPr>
            <a:cxnSpLocks/>
          </p:cNvCxnSpPr>
          <p:nvPr/>
        </p:nvCxnSpPr>
        <p:spPr>
          <a:xfrm rot="8243572" flipH="1">
            <a:off x="9652476" y="3463992"/>
            <a:ext cx="40018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B95A650-0DBC-F0A8-8A24-63744E2ED892}"/>
              </a:ext>
            </a:extLst>
          </p:cNvPr>
          <p:cNvCxnSpPr>
            <a:cxnSpLocks/>
            <a:stCxn id="33" idx="1"/>
          </p:cNvCxnSpPr>
          <p:nvPr/>
        </p:nvCxnSpPr>
        <p:spPr>
          <a:xfrm>
            <a:off x="10052483" y="3472346"/>
            <a:ext cx="694686" cy="36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676FAE83-0373-7935-95AE-89BF11F282C5}"/>
              </a:ext>
            </a:extLst>
          </p:cNvPr>
          <p:cNvSpPr txBox="1"/>
          <p:nvPr/>
        </p:nvSpPr>
        <p:spPr>
          <a:xfrm>
            <a:off x="6169880" y="2866809"/>
            <a:ext cx="111529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16384, 0, 0, 0</a:t>
            </a:r>
          </a:p>
          <a:p>
            <a:pPr algn="ctr"/>
            <a:endParaRPr lang="en-US" sz="1100" dirty="0"/>
          </a:p>
          <a:p>
            <a:pPr algn="ctr"/>
            <a:endParaRPr lang="en-US" sz="1100" dirty="0"/>
          </a:p>
          <a:p>
            <a:pPr algn="ctr"/>
            <a:endParaRPr lang="en-US" sz="1100" dirty="0"/>
          </a:p>
          <a:p>
            <a:pPr algn="ctr"/>
            <a:endParaRPr lang="en-US" sz="1100" dirty="0"/>
          </a:p>
          <a:p>
            <a:pPr algn="ctr"/>
            <a:r>
              <a:rPr lang="en-US" sz="1100" dirty="0"/>
              <a:t>-16384, 0, 0, 0</a:t>
            </a:r>
          </a:p>
        </p:txBody>
      </p:sp>
    </p:spTree>
    <p:extLst>
      <p:ext uri="{BB962C8B-B14F-4D97-AF65-F5344CB8AC3E}">
        <p14:creationId xmlns:p14="http://schemas.microsoft.com/office/powerpoint/2010/main" val="9370039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7FFF3-96CA-EBD6-E7FD-DF68D5265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65012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827D4-E54E-4F2B-5A16-F97CEDD2C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14142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442FD-ADEC-69FD-BDB1-1E3A35FDD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62386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85BE5-C0E2-6AE7-4318-F47AFF1E5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70891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5CA08-67CA-48C7-7F68-BB1F1841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98016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56DDB-34B1-978E-5CF8-8343F5FBE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70583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1011</TotalTime>
  <Words>471</Words>
  <Application>Microsoft Office PowerPoint</Application>
  <PresentationFormat>Widescreen</PresentationFormat>
  <Paragraphs>213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Key Generator</vt:lpstr>
      <vt:lpstr>PowerPoint Presentation</vt:lpstr>
      <vt:lpstr>g-function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عبدالرحمن حسن السيد حسن علي</dc:creator>
  <cp:lastModifiedBy>عبدالرحمن حسن السيد حسن علي</cp:lastModifiedBy>
  <cp:revision>76</cp:revision>
  <dcterms:created xsi:type="dcterms:W3CDTF">2025-12-17T17:13:24Z</dcterms:created>
  <dcterms:modified xsi:type="dcterms:W3CDTF">2026-03-23T20:51:23Z</dcterms:modified>
</cp:coreProperties>
</file>