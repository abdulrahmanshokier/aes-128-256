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63" r:id="rId2"/>
    <p:sldId id="256" r:id="rId3"/>
    <p:sldId id="261" r:id="rId4"/>
    <p:sldId id="257" r:id="rId5"/>
    <p:sldId id="258" r:id="rId6"/>
    <p:sldId id="262" r:id="rId7"/>
    <p:sldId id="259" r:id="rId8"/>
    <p:sldId id="264" r:id="rId9"/>
    <p:sldId id="266" r:id="rId10"/>
    <p:sldId id="265" r:id="rId11"/>
    <p:sldId id="272" r:id="rId12"/>
    <p:sldId id="273" r:id="rId13"/>
    <p:sldId id="274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6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DC8440-7A2E-4222-9B6A-0DD1C564546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892FD-D3D1-4262-97B2-43B9C3115A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01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B773-0256-49E2-221D-F4943E6D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D52AFC-F850-6899-67CD-C3617CE9F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DCD775-B266-8670-2A49-B5DE03E0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F1A7A-9F63-208D-CB4F-F3C93755F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3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16332-90EC-ED42-0B90-906884AF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A2D67-1139-94E5-DAB7-CA4427BA2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61EB5-320D-93AA-12AC-C5E5AA60A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1FBBA-7DE7-1BB4-3A5B-3960BE1FBF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58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D6CD7-367C-6084-53E4-E0C069FB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72D17-BB99-E2AC-055E-B33E4FFE8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DC3E3-1755-1FCC-75F5-AB656F2A0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78365-C9BF-66E7-F164-AA45B5BE9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5046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06E62-A5BF-703F-2311-A41B4124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59AEE6-A6FC-9FB4-3AA1-7313221F7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554D7-C945-9E00-5647-3CB462AFB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C63F0-741D-1E65-C1E1-2096DD488C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712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D7231-5FFB-A6EB-8CA0-77F5D4C24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D72AE-78E6-D04F-7D83-85B7717C86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FCB25F-A035-F37B-A0C8-7864168DC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798D6A-0138-06D4-0B17-D833164B64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173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26981-6D10-800F-3009-F43DB5FE2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86AC6-4786-1ACC-5750-7E3321D3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3E7AD-59DA-E308-516E-AA99217AD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BDCAD-7ACB-CA5A-8A40-3354644DF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471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6B764-CE25-8987-F809-B14449C5F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7DF2C-7765-3994-4DB4-4902531EA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EE974-FA08-3A4B-C533-61AA759DA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D9200-BA96-7A89-A425-557DEDE58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52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0C381-6982-6D0C-E848-E73F3AD9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6FE14-495C-FEBC-7CE1-F0F023810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0233D-B14E-8761-E288-36A2FCFE6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B442A-EE71-2305-328A-9E70A8A8F0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601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E1C44-51BC-4938-862C-9DA533635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15CEE8-50F4-001D-E03C-EE37B5E02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49217-8E96-2467-51AC-55A682760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2B210-203E-65E0-6C6C-F7BA2D364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815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84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735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8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161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2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15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338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03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648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35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6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24F79D3-17D5-46B1-9DE8-D2B97F7F667D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369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9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slide" Target="slide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8262-EF0F-F6C0-1164-6C068FB4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hlinkClick r:id="rId3" action="ppaction://hlinksldjump"/>
            <a:extLst>
              <a:ext uri="{FF2B5EF4-FFF2-40B4-BE49-F238E27FC236}">
                <a16:creationId xmlns:a16="http://schemas.microsoft.com/office/drawing/2014/main" id="{A02A1786-C26C-E446-09F8-FA533A4F1E42}"/>
              </a:ext>
            </a:extLst>
          </p:cNvPr>
          <p:cNvSpPr/>
          <p:nvPr/>
        </p:nvSpPr>
        <p:spPr>
          <a:xfrm>
            <a:off x="2033173" y="1278193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FE267A4-2CF8-83D5-0BF8-D9CC839F92B5}"/>
              </a:ext>
            </a:extLst>
          </p:cNvPr>
          <p:cNvCxnSpPr>
            <a:cxnSpLocks/>
          </p:cNvCxnSpPr>
          <p:nvPr/>
        </p:nvCxnSpPr>
        <p:spPr>
          <a:xfrm flipV="1">
            <a:off x="3150894" y="1862006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E085F9E-AB60-BBB2-1B5E-E81B779E3B35}"/>
              </a:ext>
            </a:extLst>
          </p:cNvPr>
          <p:cNvSpPr txBox="1"/>
          <p:nvPr/>
        </p:nvSpPr>
        <p:spPr>
          <a:xfrm>
            <a:off x="4764420" y="137486"/>
            <a:ext cx="26631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System diagram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D9F1B-CCF3-0805-243C-C5839D3D88BC}"/>
              </a:ext>
            </a:extLst>
          </p:cNvPr>
          <p:cNvSpPr txBox="1"/>
          <p:nvPr/>
        </p:nvSpPr>
        <p:spPr>
          <a:xfrm>
            <a:off x="2026891" y="1684615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Encryption</a:t>
            </a:r>
            <a:endParaRPr lang="en-US" dirty="0"/>
          </a:p>
        </p:txBody>
      </p:sp>
      <p:sp>
        <p:nvSpPr>
          <p:cNvPr id="10" name="Rectangle 9">
            <a:hlinkClick r:id="rId4" action="ppaction://hlinksldjump"/>
            <a:extLst>
              <a:ext uri="{FF2B5EF4-FFF2-40B4-BE49-F238E27FC236}">
                <a16:creationId xmlns:a16="http://schemas.microsoft.com/office/drawing/2014/main" id="{097DD7CC-3EE4-CF4F-C6A1-6BA91FAFEE42}"/>
              </a:ext>
            </a:extLst>
          </p:cNvPr>
          <p:cNvSpPr/>
          <p:nvPr/>
        </p:nvSpPr>
        <p:spPr>
          <a:xfrm>
            <a:off x="4097844" y="1301694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231C9A-EDF4-A500-293C-200F5E730D29}"/>
              </a:ext>
            </a:extLst>
          </p:cNvPr>
          <p:cNvCxnSpPr>
            <a:cxnSpLocks/>
          </p:cNvCxnSpPr>
          <p:nvPr/>
        </p:nvCxnSpPr>
        <p:spPr>
          <a:xfrm flipV="1">
            <a:off x="5215565" y="1885507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2F3050F-A0A1-033C-5866-D1F67CD1274E}"/>
              </a:ext>
            </a:extLst>
          </p:cNvPr>
          <p:cNvSpPr txBox="1"/>
          <p:nvPr/>
        </p:nvSpPr>
        <p:spPr>
          <a:xfrm>
            <a:off x="4176947" y="1492674"/>
            <a:ext cx="9595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Reed Solomon encoder</a:t>
            </a:r>
            <a:endParaRPr lang="en-US" dirty="0"/>
          </a:p>
        </p:txBody>
      </p:sp>
      <p:sp>
        <p:nvSpPr>
          <p:cNvPr id="13" name="Rectangle 12">
            <a:hlinkClick r:id="rId5" action="ppaction://hlinksldjump"/>
            <a:extLst>
              <a:ext uri="{FF2B5EF4-FFF2-40B4-BE49-F238E27FC236}">
                <a16:creationId xmlns:a16="http://schemas.microsoft.com/office/drawing/2014/main" id="{F5DDE1A3-EF08-2011-D637-6A73CD3DD29F}"/>
              </a:ext>
            </a:extLst>
          </p:cNvPr>
          <p:cNvSpPr/>
          <p:nvPr/>
        </p:nvSpPr>
        <p:spPr>
          <a:xfrm>
            <a:off x="6162515" y="1278193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61990A-4F77-A4CA-D23E-5C746E6A8636}"/>
              </a:ext>
            </a:extLst>
          </p:cNvPr>
          <p:cNvCxnSpPr>
            <a:cxnSpLocks/>
          </p:cNvCxnSpPr>
          <p:nvPr/>
        </p:nvCxnSpPr>
        <p:spPr>
          <a:xfrm flipV="1">
            <a:off x="7280236" y="1862006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4E064EA-CD0A-F70A-BDAA-31DD0DCF93DA}"/>
              </a:ext>
            </a:extLst>
          </p:cNvPr>
          <p:cNvSpPr txBox="1"/>
          <p:nvPr/>
        </p:nvSpPr>
        <p:spPr>
          <a:xfrm>
            <a:off x="6162515" y="1684616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Modulation</a:t>
            </a:r>
            <a:endParaRPr lang="en-US" dirty="0"/>
          </a:p>
        </p:txBody>
      </p:sp>
      <p:sp>
        <p:nvSpPr>
          <p:cNvPr id="16" name="Rectangle 15">
            <a:hlinkClick r:id="rId6" action="ppaction://hlinksldjump"/>
            <a:extLst>
              <a:ext uri="{FF2B5EF4-FFF2-40B4-BE49-F238E27FC236}">
                <a16:creationId xmlns:a16="http://schemas.microsoft.com/office/drawing/2014/main" id="{10047B47-B4A6-8183-F477-B7230AD88706}"/>
              </a:ext>
            </a:extLst>
          </p:cNvPr>
          <p:cNvSpPr/>
          <p:nvPr/>
        </p:nvSpPr>
        <p:spPr>
          <a:xfrm>
            <a:off x="2026891" y="4017626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467F18-05C8-F710-1A25-407967DF9B5A}"/>
              </a:ext>
            </a:extLst>
          </p:cNvPr>
          <p:cNvCxnSpPr>
            <a:cxnSpLocks/>
          </p:cNvCxnSpPr>
          <p:nvPr/>
        </p:nvCxnSpPr>
        <p:spPr>
          <a:xfrm flipH="1" flipV="1">
            <a:off x="3144612" y="4601439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E0F6446-65FB-C214-2797-15087AFE4F38}"/>
              </a:ext>
            </a:extLst>
          </p:cNvPr>
          <p:cNvSpPr txBox="1"/>
          <p:nvPr/>
        </p:nvSpPr>
        <p:spPr>
          <a:xfrm>
            <a:off x="2020609" y="4424048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decryption</a:t>
            </a:r>
            <a:endParaRPr lang="en-US" dirty="0"/>
          </a:p>
        </p:txBody>
      </p:sp>
      <p:sp>
        <p:nvSpPr>
          <p:cNvPr id="26" name="Rectangle 25">
            <a:hlinkClick r:id="rId7" action="ppaction://hlinksldjump"/>
            <a:extLst>
              <a:ext uri="{FF2B5EF4-FFF2-40B4-BE49-F238E27FC236}">
                <a16:creationId xmlns:a16="http://schemas.microsoft.com/office/drawing/2014/main" id="{D4E98B86-1AF8-7B20-305E-BA04B1CC31EE}"/>
              </a:ext>
            </a:extLst>
          </p:cNvPr>
          <p:cNvSpPr/>
          <p:nvPr/>
        </p:nvSpPr>
        <p:spPr>
          <a:xfrm>
            <a:off x="4091562" y="4041127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9042ED9-06CE-9E74-E303-5C646005BA85}"/>
              </a:ext>
            </a:extLst>
          </p:cNvPr>
          <p:cNvCxnSpPr>
            <a:cxnSpLocks/>
          </p:cNvCxnSpPr>
          <p:nvPr/>
        </p:nvCxnSpPr>
        <p:spPr>
          <a:xfrm flipH="1" flipV="1">
            <a:off x="5209283" y="4624940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3650C7D-77B5-0886-B8D5-07A6F768C71A}"/>
              </a:ext>
            </a:extLst>
          </p:cNvPr>
          <p:cNvSpPr txBox="1"/>
          <p:nvPr/>
        </p:nvSpPr>
        <p:spPr>
          <a:xfrm>
            <a:off x="4170665" y="4232107"/>
            <a:ext cx="9595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Reed Solomon Decoder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86FFED-F946-66CA-2413-76568A6D80F4}"/>
              </a:ext>
            </a:extLst>
          </p:cNvPr>
          <p:cNvSpPr/>
          <p:nvPr/>
        </p:nvSpPr>
        <p:spPr>
          <a:xfrm>
            <a:off x="6156233" y="4017626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5C32C5A-17C4-BB7D-3C69-BA213B1F4218}"/>
              </a:ext>
            </a:extLst>
          </p:cNvPr>
          <p:cNvCxnSpPr>
            <a:cxnSpLocks/>
          </p:cNvCxnSpPr>
          <p:nvPr/>
        </p:nvCxnSpPr>
        <p:spPr>
          <a:xfrm flipH="1" flipV="1">
            <a:off x="7273954" y="4601439"/>
            <a:ext cx="946950" cy="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340188-95AF-77CA-90E0-A60498556761}"/>
              </a:ext>
            </a:extLst>
          </p:cNvPr>
          <p:cNvSpPr txBox="1"/>
          <p:nvPr/>
        </p:nvSpPr>
        <p:spPr>
          <a:xfrm>
            <a:off x="6065884" y="4453736"/>
            <a:ext cx="12984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Demodulation</a:t>
            </a:r>
          </a:p>
        </p:txBody>
      </p:sp>
      <p:sp>
        <p:nvSpPr>
          <p:cNvPr id="37" name="Thought Bubble: Cloud 36">
            <a:extLst>
              <a:ext uri="{FF2B5EF4-FFF2-40B4-BE49-F238E27FC236}">
                <a16:creationId xmlns:a16="http://schemas.microsoft.com/office/drawing/2014/main" id="{E12776D8-13C8-8F74-AC91-2BA572DF7CF4}"/>
              </a:ext>
            </a:extLst>
          </p:cNvPr>
          <p:cNvSpPr/>
          <p:nvPr/>
        </p:nvSpPr>
        <p:spPr>
          <a:xfrm>
            <a:off x="8631770" y="2525789"/>
            <a:ext cx="1910351" cy="1121088"/>
          </a:xfrm>
          <a:custGeom>
            <a:avLst/>
            <a:gdLst>
              <a:gd name="csX0" fmla="*/ 3900 w 43200"/>
              <a:gd name="csY0" fmla="*/ 14370 h 43200"/>
              <a:gd name="csX1" fmla="*/ 5623 w 43200"/>
              <a:gd name="csY1" fmla="*/ 6907 h 43200"/>
              <a:gd name="csX2" fmla="*/ 14005 w 43200"/>
              <a:gd name="csY2" fmla="*/ 5202 h 43200"/>
              <a:gd name="csX3" fmla="*/ 22456 w 43200"/>
              <a:gd name="csY3" fmla="*/ 3432 h 43200"/>
              <a:gd name="csX4" fmla="*/ 25749 w 43200"/>
              <a:gd name="csY4" fmla="*/ 200 h 43200"/>
              <a:gd name="csX5" fmla="*/ 29833 w 43200"/>
              <a:gd name="csY5" fmla="*/ 2481 h 43200"/>
              <a:gd name="csX6" fmla="*/ 35463 w 43200"/>
              <a:gd name="csY6" fmla="*/ 690 h 43200"/>
              <a:gd name="csX7" fmla="*/ 38318 w 43200"/>
              <a:gd name="csY7" fmla="*/ 5576 h 43200"/>
              <a:gd name="csX8" fmla="*/ 41982 w 43200"/>
              <a:gd name="csY8" fmla="*/ 10318 h 43200"/>
              <a:gd name="csX9" fmla="*/ 41818 w 43200"/>
              <a:gd name="csY9" fmla="*/ 15460 h 43200"/>
              <a:gd name="csX10" fmla="*/ 43016 w 43200"/>
              <a:gd name="csY10" fmla="*/ 23322 h 43200"/>
              <a:gd name="csX11" fmla="*/ 37404 w 43200"/>
              <a:gd name="csY11" fmla="*/ 30204 h 43200"/>
              <a:gd name="csX12" fmla="*/ 35395 w 43200"/>
              <a:gd name="csY12" fmla="*/ 36101 h 43200"/>
              <a:gd name="csX13" fmla="*/ 28555 w 43200"/>
              <a:gd name="csY13" fmla="*/ 36815 h 43200"/>
              <a:gd name="csX14" fmla="*/ 23667 w 43200"/>
              <a:gd name="csY14" fmla="*/ 43106 h 43200"/>
              <a:gd name="csX15" fmla="*/ 16480 w 43200"/>
              <a:gd name="csY15" fmla="*/ 39266 h 43200"/>
              <a:gd name="csX16" fmla="*/ 5804 w 43200"/>
              <a:gd name="csY16" fmla="*/ 35472 h 43200"/>
              <a:gd name="csX17" fmla="*/ 1110 w 43200"/>
              <a:gd name="csY17" fmla="*/ 31250 h 43200"/>
              <a:gd name="csX18" fmla="*/ 2113 w 43200"/>
              <a:gd name="csY18" fmla="*/ 25551 h 43200"/>
              <a:gd name="csX19" fmla="*/ -5 w 43200"/>
              <a:gd name="csY19" fmla="*/ 19704 h 43200"/>
              <a:gd name="csX20" fmla="*/ 3863 w 43200"/>
              <a:gd name="csY20" fmla="*/ 14507 h 43200"/>
              <a:gd name="csX21" fmla="*/ 3900 w 43200"/>
              <a:gd name="csY21" fmla="*/ 14370 h 43200"/>
              <a:gd name="csX0" fmla="*/ 587599 w 1907878"/>
              <a:gd name="csY0" fmla="*/ 1260702 h 1120624"/>
              <a:gd name="csX1" fmla="*/ 556471 w 1907878"/>
              <a:gd name="csY1" fmla="*/ 1291830 h 1120624"/>
              <a:gd name="csX2" fmla="*/ 525343 w 1907878"/>
              <a:gd name="csY2" fmla="*/ 1260702 h 1120624"/>
              <a:gd name="csX3" fmla="*/ 556471 w 1907878"/>
              <a:gd name="csY3" fmla="*/ 1229574 h 1120624"/>
              <a:gd name="csX4" fmla="*/ 587599 w 1907878"/>
              <a:gd name="csY4" fmla="*/ 1260702 h 1120624"/>
              <a:gd name="csX0" fmla="*/ 640422 w 1907878"/>
              <a:gd name="csY0" fmla="*/ 1222474 h 1120624"/>
              <a:gd name="csX1" fmla="*/ 578165 w 1907878"/>
              <a:gd name="csY1" fmla="*/ 1284731 h 1120624"/>
              <a:gd name="csX2" fmla="*/ 515908 w 1907878"/>
              <a:gd name="csY2" fmla="*/ 1222474 h 1120624"/>
              <a:gd name="csX3" fmla="*/ 578165 w 1907878"/>
              <a:gd name="csY3" fmla="*/ 1160217 h 1120624"/>
              <a:gd name="csX4" fmla="*/ 640422 w 1907878"/>
              <a:gd name="csY4" fmla="*/ 1222474 h 1120624"/>
              <a:gd name="csX0" fmla="*/ 723972 w 1907878"/>
              <a:gd name="csY0" fmla="*/ 1130100 h 1120624"/>
              <a:gd name="csX1" fmla="*/ 630587 w 1907878"/>
              <a:gd name="csY1" fmla="*/ 1223485 h 1120624"/>
              <a:gd name="csX2" fmla="*/ 537202 w 1907878"/>
              <a:gd name="csY2" fmla="*/ 1130100 h 1120624"/>
              <a:gd name="csX3" fmla="*/ 630587 w 1907878"/>
              <a:gd name="csY3" fmla="*/ 1036715 h 1120624"/>
              <a:gd name="csX4" fmla="*/ 723972 w 1907878"/>
              <a:gd name="csY4" fmla="*/ 1130100 h 1120624"/>
              <a:gd name="csX0" fmla="*/ 4693 w 43200"/>
              <a:gd name="csY0" fmla="*/ 26177 h 43200"/>
              <a:gd name="csX1" fmla="*/ 2160 w 43200"/>
              <a:gd name="csY1" fmla="*/ 25380 h 43200"/>
              <a:gd name="csX2" fmla="*/ 6928 w 43200"/>
              <a:gd name="csY2" fmla="*/ 34899 h 43200"/>
              <a:gd name="csX3" fmla="*/ 5820 w 43200"/>
              <a:gd name="csY3" fmla="*/ 35280 h 43200"/>
              <a:gd name="csX4" fmla="*/ 16478 w 43200"/>
              <a:gd name="csY4" fmla="*/ 39090 h 43200"/>
              <a:gd name="csX5" fmla="*/ 15810 w 43200"/>
              <a:gd name="csY5" fmla="*/ 37350 h 43200"/>
              <a:gd name="csX6" fmla="*/ 28827 w 43200"/>
              <a:gd name="csY6" fmla="*/ 34751 h 43200"/>
              <a:gd name="csX7" fmla="*/ 28560 w 43200"/>
              <a:gd name="csY7" fmla="*/ 36660 h 43200"/>
              <a:gd name="csX8" fmla="*/ 34129 w 43200"/>
              <a:gd name="csY8" fmla="*/ 22954 h 43200"/>
              <a:gd name="csX9" fmla="*/ 37380 w 43200"/>
              <a:gd name="csY9" fmla="*/ 30090 h 43200"/>
              <a:gd name="csX10" fmla="*/ 41798 w 43200"/>
              <a:gd name="csY10" fmla="*/ 15354 h 43200"/>
              <a:gd name="csX11" fmla="*/ 40350 w 43200"/>
              <a:gd name="csY11" fmla="*/ 18030 h 43200"/>
              <a:gd name="csX12" fmla="*/ 38324 w 43200"/>
              <a:gd name="csY12" fmla="*/ 5426 h 43200"/>
              <a:gd name="csX13" fmla="*/ 38400 w 43200"/>
              <a:gd name="csY13" fmla="*/ 6690 h 43200"/>
              <a:gd name="csX14" fmla="*/ 29078 w 43200"/>
              <a:gd name="csY14" fmla="*/ 3952 h 43200"/>
              <a:gd name="csX15" fmla="*/ 29820 w 43200"/>
              <a:gd name="csY15" fmla="*/ 2340 h 43200"/>
              <a:gd name="csX16" fmla="*/ 22141 w 43200"/>
              <a:gd name="csY16" fmla="*/ 4720 h 43200"/>
              <a:gd name="csX17" fmla="*/ 22500 w 43200"/>
              <a:gd name="csY17" fmla="*/ 3330 h 43200"/>
              <a:gd name="csX18" fmla="*/ 14000 w 43200"/>
              <a:gd name="csY18" fmla="*/ 5192 h 43200"/>
              <a:gd name="csX19" fmla="*/ 15300 w 43200"/>
              <a:gd name="csY19" fmla="*/ 6540 h 43200"/>
              <a:gd name="csX20" fmla="*/ 4127 w 43200"/>
              <a:gd name="csY20" fmla="*/ 15789 h 43200"/>
              <a:gd name="csX21" fmla="*/ 3900 w 43200"/>
              <a:gd name="csY21" fmla="*/ 14370 h 43200"/>
              <a:gd name="csX0" fmla="*/ 3936 w 43256"/>
              <a:gd name="csY0" fmla="*/ 14229 h 49659"/>
              <a:gd name="csX1" fmla="*/ 5659 w 43256"/>
              <a:gd name="csY1" fmla="*/ 6766 h 49659"/>
              <a:gd name="csX2" fmla="*/ 14041 w 43256"/>
              <a:gd name="csY2" fmla="*/ 5061 h 49659"/>
              <a:gd name="csX3" fmla="*/ 22492 w 43256"/>
              <a:gd name="csY3" fmla="*/ 3291 h 49659"/>
              <a:gd name="csX4" fmla="*/ 25785 w 43256"/>
              <a:gd name="csY4" fmla="*/ 59 h 49659"/>
              <a:gd name="csX5" fmla="*/ 29869 w 43256"/>
              <a:gd name="csY5" fmla="*/ 2340 h 49659"/>
              <a:gd name="csX6" fmla="*/ 35499 w 43256"/>
              <a:gd name="csY6" fmla="*/ 549 h 49659"/>
              <a:gd name="csX7" fmla="*/ 38354 w 43256"/>
              <a:gd name="csY7" fmla="*/ 5435 h 49659"/>
              <a:gd name="csX8" fmla="*/ 42018 w 43256"/>
              <a:gd name="csY8" fmla="*/ 10177 h 49659"/>
              <a:gd name="csX9" fmla="*/ 41854 w 43256"/>
              <a:gd name="csY9" fmla="*/ 15319 h 49659"/>
              <a:gd name="csX10" fmla="*/ 43052 w 43256"/>
              <a:gd name="csY10" fmla="*/ 23181 h 49659"/>
              <a:gd name="csX11" fmla="*/ 37440 w 43256"/>
              <a:gd name="csY11" fmla="*/ 30063 h 49659"/>
              <a:gd name="csX12" fmla="*/ 35431 w 43256"/>
              <a:gd name="csY12" fmla="*/ 35960 h 49659"/>
              <a:gd name="csX13" fmla="*/ 28591 w 43256"/>
              <a:gd name="csY13" fmla="*/ 36674 h 49659"/>
              <a:gd name="csX14" fmla="*/ 23703 w 43256"/>
              <a:gd name="csY14" fmla="*/ 42965 h 49659"/>
              <a:gd name="csX15" fmla="*/ 16516 w 43256"/>
              <a:gd name="csY15" fmla="*/ 39125 h 49659"/>
              <a:gd name="csX16" fmla="*/ 5840 w 43256"/>
              <a:gd name="csY16" fmla="*/ 35331 h 49659"/>
              <a:gd name="csX17" fmla="*/ 1146 w 43256"/>
              <a:gd name="csY17" fmla="*/ 31109 h 49659"/>
              <a:gd name="csX18" fmla="*/ 2149 w 43256"/>
              <a:gd name="csY18" fmla="*/ 25410 h 49659"/>
              <a:gd name="csX19" fmla="*/ 31 w 43256"/>
              <a:gd name="csY19" fmla="*/ 19563 h 49659"/>
              <a:gd name="csX20" fmla="*/ 3899 w 43256"/>
              <a:gd name="csY20" fmla="*/ 14366 h 49659"/>
              <a:gd name="csX21" fmla="*/ 3936 w 43256"/>
              <a:gd name="csY21" fmla="*/ 14229 h 49659"/>
              <a:gd name="csX0" fmla="*/ 589189 w 1910351"/>
              <a:gd name="csY0" fmla="*/ 1257044 h 1288172"/>
              <a:gd name="csX1" fmla="*/ 558061 w 1910351"/>
              <a:gd name="csY1" fmla="*/ 1288172 h 1288172"/>
              <a:gd name="csX2" fmla="*/ 526933 w 1910351"/>
              <a:gd name="csY2" fmla="*/ 1257044 h 1288172"/>
              <a:gd name="csX3" fmla="*/ 558061 w 1910351"/>
              <a:gd name="csY3" fmla="*/ 1225916 h 1288172"/>
              <a:gd name="csX4" fmla="*/ 589189 w 1910351"/>
              <a:gd name="csY4" fmla="*/ 1257044 h 1288172"/>
              <a:gd name="csX0" fmla="*/ 642012 w 1910351"/>
              <a:gd name="csY0" fmla="*/ 1218816 h 1288172"/>
              <a:gd name="csX1" fmla="*/ 579755 w 1910351"/>
              <a:gd name="csY1" fmla="*/ 1281073 h 1288172"/>
              <a:gd name="csX2" fmla="*/ 517498 w 1910351"/>
              <a:gd name="csY2" fmla="*/ 1218816 h 1288172"/>
              <a:gd name="csX3" fmla="*/ 579755 w 1910351"/>
              <a:gd name="csY3" fmla="*/ 1156559 h 1288172"/>
              <a:gd name="csX4" fmla="*/ 642012 w 1910351"/>
              <a:gd name="csY4" fmla="*/ 1218816 h 1288172"/>
              <a:gd name="csX0" fmla="*/ 632693 w 1910351"/>
              <a:gd name="csY0" fmla="*/ 1024049 h 1288172"/>
              <a:gd name="csX1" fmla="*/ 632177 w 1910351"/>
              <a:gd name="csY1" fmla="*/ 1219827 h 1288172"/>
              <a:gd name="csX2" fmla="*/ 538792 w 1910351"/>
              <a:gd name="csY2" fmla="*/ 1126442 h 1288172"/>
              <a:gd name="csX3" fmla="*/ 632177 w 1910351"/>
              <a:gd name="csY3" fmla="*/ 1033057 h 1288172"/>
              <a:gd name="csX4" fmla="*/ 632693 w 1910351"/>
              <a:gd name="csY4" fmla="*/ 1024049 h 1288172"/>
              <a:gd name="csX0" fmla="*/ 4729 w 43256"/>
              <a:gd name="csY0" fmla="*/ 26036 h 49659"/>
              <a:gd name="csX1" fmla="*/ 2196 w 43256"/>
              <a:gd name="csY1" fmla="*/ 25239 h 49659"/>
              <a:gd name="csX2" fmla="*/ 6964 w 43256"/>
              <a:gd name="csY2" fmla="*/ 34758 h 49659"/>
              <a:gd name="csX3" fmla="*/ 5856 w 43256"/>
              <a:gd name="csY3" fmla="*/ 35139 h 49659"/>
              <a:gd name="csX4" fmla="*/ 16514 w 43256"/>
              <a:gd name="csY4" fmla="*/ 38949 h 49659"/>
              <a:gd name="csX5" fmla="*/ 15846 w 43256"/>
              <a:gd name="csY5" fmla="*/ 37209 h 49659"/>
              <a:gd name="csX6" fmla="*/ 28863 w 43256"/>
              <a:gd name="csY6" fmla="*/ 34610 h 49659"/>
              <a:gd name="csX7" fmla="*/ 28596 w 43256"/>
              <a:gd name="csY7" fmla="*/ 36519 h 49659"/>
              <a:gd name="csX8" fmla="*/ 34165 w 43256"/>
              <a:gd name="csY8" fmla="*/ 22813 h 49659"/>
              <a:gd name="csX9" fmla="*/ 37416 w 43256"/>
              <a:gd name="csY9" fmla="*/ 29949 h 49659"/>
              <a:gd name="csX10" fmla="*/ 41834 w 43256"/>
              <a:gd name="csY10" fmla="*/ 15213 h 49659"/>
              <a:gd name="csX11" fmla="*/ 40386 w 43256"/>
              <a:gd name="csY11" fmla="*/ 17889 h 49659"/>
              <a:gd name="csX12" fmla="*/ 38360 w 43256"/>
              <a:gd name="csY12" fmla="*/ 5285 h 49659"/>
              <a:gd name="csX13" fmla="*/ 38436 w 43256"/>
              <a:gd name="csY13" fmla="*/ 6549 h 49659"/>
              <a:gd name="csX14" fmla="*/ 29114 w 43256"/>
              <a:gd name="csY14" fmla="*/ 3811 h 49659"/>
              <a:gd name="csX15" fmla="*/ 29856 w 43256"/>
              <a:gd name="csY15" fmla="*/ 2199 h 49659"/>
              <a:gd name="csX16" fmla="*/ 22177 w 43256"/>
              <a:gd name="csY16" fmla="*/ 4579 h 49659"/>
              <a:gd name="csX17" fmla="*/ 22536 w 43256"/>
              <a:gd name="csY17" fmla="*/ 3189 h 49659"/>
              <a:gd name="csX18" fmla="*/ 14036 w 43256"/>
              <a:gd name="csY18" fmla="*/ 5051 h 49659"/>
              <a:gd name="csX19" fmla="*/ 15336 w 43256"/>
              <a:gd name="csY19" fmla="*/ 6399 h 49659"/>
              <a:gd name="csX20" fmla="*/ 4163 w 43256"/>
              <a:gd name="csY20" fmla="*/ 15648 h 49659"/>
              <a:gd name="csX21" fmla="*/ 3936 w 43256"/>
              <a:gd name="csY21" fmla="*/ 14229 h 49659"/>
              <a:gd name="csX0" fmla="*/ 3936 w 43256"/>
              <a:gd name="csY0" fmla="*/ 14229 h 49659"/>
              <a:gd name="csX1" fmla="*/ 5659 w 43256"/>
              <a:gd name="csY1" fmla="*/ 6766 h 49659"/>
              <a:gd name="csX2" fmla="*/ 14041 w 43256"/>
              <a:gd name="csY2" fmla="*/ 5061 h 49659"/>
              <a:gd name="csX3" fmla="*/ 22492 w 43256"/>
              <a:gd name="csY3" fmla="*/ 3291 h 49659"/>
              <a:gd name="csX4" fmla="*/ 25785 w 43256"/>
              <a:gd name="csY4" fmla="*/ 59 h 49659"/>
              <a:gd name="csX5" fmla="*/ 29869 w 43256"/>
              <a:gd name="csY5" fmla="*/ 2340 h 49659"/>
              <a:gd name="csX6" fmla="*/ 35499 w 43256"/>
              <a:gd name="csY6" fmla="*/ 549 h 49659"/>
              <a:gd name="csX7" fmla="*/ 38354 w 43256"/>
              <a:gd name="csY7" fmla="*/ 5435 h 49659"/>
              <a:gd name="csX8" fmla="*/ 42018 w 43256"/>
              <a:gd name="csY8" fmla="*/ 10177 h 49659"/>
              <a:gd name="csX9" fmla="*/ 41854 w 43256"/>
              <a:gd name="csY9" fmla="*/ 15319 h 49659"/>
              <a:gd name="csX10" fmla="*/ 43052 w 43256"/>
              <a:gd name="csY10" fmla="*/ 23181 h 49659"/>
              <a:gd name="csX11" fmla="*/ 37440 w 43256"/>
              <a:gd name="csY11" fmla="*/ 30063 h 49659"/>
              <a:gd name="csX12" fmla="*/ 35431 w 43256"/>
              <a:gd name="csY12" fmla="*/ 35960 h 49659"/>
              <a:gd name="csX13" fmla="*/ 28591 w 43256"/>
              <a:gd name="csY13" fmla="*/ 36674 h 49659"/>
              <a:gd name="csX14" fmla="*/ 23703 w 43256"/>
              <a:gd name="csY14" fmla="*/ 42965 h 49659"/>
              <a:gd name="csX15" fmla="*/ 16516 w 43256"/>
              <a:gd name="csY15" fmla="*/ 39125 h 49659"/>
              <a:gd name="csX16" fmla="*/ 5840 w 43256"/>
              <a:gd name="csY16" fmla="*/ 35331 h 49659"/>
              <a:gd name="csX17" fmla="*/ 1146 w 43256"/>
              <a:gd name="csY17" fmla="*/ 31109 h 49659"/>
              <a:gd name="csX18" fmla="*/ 2149 w 43256"/>
              <a:gd name="csY18" fmla="*/ 25410 h 49659"/>
              <a:gd name="csX19" fmla="*/ 31 w 43256"/>
              <a:gd name="csY19" fmla="*/ 19563 h 49659"/>
              <a:gd name="csX20" fmla="*/ 3899 w 43256"/>
              <a:gd name="csY20" fmla="*/ 14366 h 49659"/>
              <a:gd name="csX21" fmla="*/ 3936 w 43256"/>
              <a:gd name="csY21" fmla="*/ 14229 h 49659"/>
              <a:gd name="csX0" fmla="*/ 589189 w 1910351"/>
              <a:gd name="csY0" fmla="*/ 1257044 h 1288172"/>
              <a:gd name="csX1" fmla="*/ 558061 w 1910351"/>
              <a:gd name="csY1" fmla="*/ 1288172 h 1288172"/>
              <a:gd name="csX2" fmla="*/ 526933 w 1910351"/>
              <a:gd name="csY2" fmla="*/ 1257044 h 1288172"/>
              <a:gd name="csX3" fmla="*/ 558061 w 1910351"/>
              <a:gd name="csY3" fmla="*/ 1225916 h 1288172"/>
              <a:gd name="csX4" fmla="*/ 589189 w 1910351"/>
              <a:gd name="csY4" fmla="*/ 1257044 h 1288172"/>
              <a:gd name="csX0" fmla="*/ 642012 w 1910351"/>
              <a:gd name="csY0" fmla="*/ 1218816 h 1288172"/>
              <a:gd name="csX1" fmla="*/ 579755 w 1910351"/>
              <a:gd name="csY1" fmla="*/ 1281073 h 1288172"/>
              <a:gd name="csX2" fmla="*/ 517498 w 1910351"/>
              <a:gd name="csY2" fmla="*/ 1218816 h 1288172"/>
              <a:gd name="csX3" fmla="*/ 579755 w 1910351"/>
              <a:gd name="csY3" fmla="*/ 1156559 h 1288172"/>
              <a:gd name="csX4" fmla="*/ 642012 w 1910351"/>
              <a:gd name="csY4" fmla="*/ 1218816 h 1288172"/>
              <a:gd name="csX0" fmla="*/ 632693 w 1910351"/>
              <a:gd name="csY0" fmla="*/ 1024049 h 1288172"/>
              <a:gd name="csX1" fmla="*/ 632177 w 1910351"/>
              <a:gd name="csY1" fmla="*/ 1219827 h 1288172"/>
              <a:gd name="csX2" fmla="*/ 634042 w 1910351"/>
              <a:gd name="csY2" fmla="*/ 1043099 h 1288172"/>
              <a:gd name="csX3" fmla="*/ 632177 w 1910351"/>
              <a:gd name="csY3" fmla="*/ 1033057 h 1288172"/>
              <a:gd name="csX4" fmla="*/ 632693 w 1910351"/>
              <a:gd name="csY4" fmla="*/ 1024049 h 1288172"/>
              <a:gd name="csX0" fmla="*/ 4729 w 43256"/>
              <a:gd name="csY0" fmla="*/ 26036 h 49659"/>
              <a:gd name="csX1" fmla="*/ 2196 w 43256"/>
              <a:gd name="csY1" fmla="*/ 25239 h 49659"/>
              <a:gd name="csX2" fmla="*/ 6964 w 43256"/>
              <a:gd name="csY2" fmla="*/ 34758 h 49659"/>
              <a:gd name="csX3" fmla="*/ 5856 w 43256"/>
              <a:gd name="csY3" fmla="*/ 35139 h 49659"/>
              <a:gd name="csX4" fmla="*/ 16514 w 43256"/>
              <a:gd name="csY4" fmla="*/ 38949 h 49659"/>
              <a:gd name="csX5" fmla="*/ 15846 w 43256"/>
              <a:gd name="csY5" fmla="*/ 37209 h 49659"/>
              <a:gd name="csX6" fmla="*/ 28863 w 43256"/>
              <a:gd name="csY6" fmla="*/ 34610 h 49659"/>
              <a:gd name="csX7" fmla="*/ 28596 w 43256"/>
              <a:gd name="csY7" fmla="*/ 36519 h 49659"/>
              <a:gd name="csX8" fmla="*/ 34165 w 43256"/>
              <a:gd name="csY8" fmla="*/ 22813 h 49659"/>
              <a:gd name="csX9" fmla="*/ 37416 w 43256"/>
              <a:gd name="csY9" fmla="*/ 29949 h 49659"/>
              <a:gd name="csX10" fmla="*/ 41834 w 43256"/>
              <a:gd name="csY10" fmla="*/ 15213 h 49659"/>
              <a:gd name="csX11" fmla="*/ 40386 w 43256"/>
              <a:gd name="csY11" fmla="*/ 17889 h 49659"/>
              <a:gd name="csX12" fmla="*/ 38360 w 43256"/>
              <a:gd name="csY12" fmla="*/ 5285 h 49659"/>
              <a:gd name="csX13" fmla="*/ 38436 w 43256"/>
              <a:gd name="csY13" fmla="*/ 6549 h 49659"/>
              <a:gd name="csX14" fmla="*/ 29114 w 43256"/>
              <a:gd name="csY14" fmla="*/ 3811 h 49659"/>
              <a:gd name="csX15" fmla="*/ 29856 w 43256"/>
              <a:gd name="csY15" fmla="*/ 2199 h 49659"/>
              <a:gd name="csX16" fmla="*/ 22177 w 43256"/>
              <a:gd name="csY16" fmla="*/ 4579 h 49659"/>
              <a:gd name="csX17" fmla="*/ 22536 w 43256"/>
              <a:gd name="csY17" fmla="*/ 3189 h 49659"/>
              <a:gd name="csX18" fmla="*/ 14036 w 43256"/>
              <a:gd name="csY18" fmla="*/ 5051 h 49659"/>
              <a:gd name="csX19" fmla="*/ 15336 w 43256"/>
              <a:gd name="csY19" fmla="*/ 6399 h 49659"/>
              <a:gd name="csX20" fmla="*/ 4163 w 43256"/>
              <a:gd name="csY20" fmla="*/ 15648 h 49659"/>
              <a:gd name="csX21" fmla="*/ 3936 w 43256"/>
              <a:gd name="csY21" fmla="*/ 14229 h 49659"/>
              <a:gd name="csX0" fmla="*/ 3936 w 43256"/>
              <a:gd name="csY0" fmla="*/ 14229 h 49659"/>
              <a:gd name="csX1" fmla="*/ 5659 w 43256"/>
              <a:gd name="csY1" fmla="*/ 6766 h 49659"/>
              <a:gd name="csX2" fmla="*/ 14041 w 43256"/>
              <a:gd name="csY2" fmla="*/ 5061 h 49659"/>
              <a:gd name="csX3" fmla="*/ 22492 w 43256"/>
              <a:gd name="csY3" fmla="*/ 3291 h 49659"/>
              <a:gd name="csX4" fmla="*/ 25785 w 43256"/>
              <a:gd name="csY4" fmla="*/ 59 h 49659"/>
              <a:gd name="csX5" fmla="*/ 29869 w 43256"/>
              <a:gd name="csY5" fmla="*/ 2340 h 49659"/>
              <a:gd name="csX6" fmla="*/ 35499 w 43256"/>
              <a:gd name="csY6" fmla="*/ 549 h 49659"/>
              <a:gd name="csX7" fmla="*/ 38354 w 43256"/>
              <a:gd name="csY7" fmla="*/ 5435 h 49659"/>
              <a:gd name="csX8" fmla="*/ 42018 w 43256"/>
              <a:gd name="csY8" fmla="*/ 10177 h 49659"/>
              <a:gd name="csX9" fmla="*/ 41854 w 43256"/>
              <a:gd name="csY9" fmla="*/ 15319 h 49659"/>
              <a:gd name="csX10" fmla="*/ 43052 w 43256"/>
              <a:gd name="csY10" fmla="*/ 23181 h 49659"/>
              <a:gd name="csX11" fmla="*/ 37440 w 43256"/>
              <a:gd name="csY11" fmla="*/ 30063 h 49659"/>
              <a:gd name="csX12" fmla="*/ 35431 w 43256"/>
              <a:gd name="csY12" fmla="*/ 35960 h 49659"/>
              <a:gd name="csX13" fmla="*/ 28591 w 43256"/>
              <a:gd name="csY13" fmla="*/ 36674 h 49659"/>
              <a:gd name="csX14" fmla="*/ 23703 w 43256"/>
              <a:gd name="csY14" fmla="*/ 42965 h 49659"/>
              <a:gd name="csX15" fmla="*/ 16516 w 43256"/>
              <a:gd name="csY15" fmla="*/ 39125 h 49659"/>
              <a:gd name="csX16" fmla="*/ 5840 w 43256"/>
              <a:gd name="csY16" fmla="*/ 35331 h 49659"/>
              <a:gd name="csX17" fmla="*/ 1146 w 43256"/>
              <a:gd name="csY17" fmla="*/ 31109 h 49659"/>
              <a:gd name="csX18" fmla="*/ 2149 w 43256"/>
              <a:gd name="csY18" fmla="*/ 25410 h 49659"/>
              <a:gd name="csX19" fmla="*/ 31 w 43256"/>
              <a:gd name="csY19" fmla="*/ 19563 h 49659"/>
              <a:gd name="csX20" fmla="*/ 3899 w 43256"/>
              <a:gd name="csY20" fmla="*/ 14366 h 49659"/>
              <a:gd name="csX21" fmla="*/ 3936 w 43256"/>
              <a:gd name="csY21" fmla="*/ 14229 h 49659"/>
              <a:gd name="csX0" fmla="*/ 589189 w 1910351"/>
              <a:gd name="csY0" fmla="*/ 1257044 h 1288172"/>
              <a:gd name="csX1" fmla="*/ 558061 w 1910351"/>
              <a:gd name="csY1" fmla="*/ 1288172 h 1288172"/>
              <a:gd name="csX2" fmla="*/ 526933 w 1910351"/>
              <a:gd name="csY2" fmla="*/ 1257044 h 1288172"/>
              <a:gd name="csX3" fmla="*/ 558061 w 1910351"/>
              <a:gd name="csY3" fmla="*/ 1225916 h 1288172"/>
              <a:gd name="csX4" fmla="*/ 589189 w 1910351"/>
              <a:gd name="csY4" fmla="*/ 1257044 h 1288172"/>
              <a:gd name="csX0" fmla="*/ 642012 w 1910351"/>
              <a:gd name="csY0" fmla="*/ 1218816 h 1288172"/>
              <a:gd name="csX1" fmla="*/ 579755 w 1910351"/>
              <a:gd name="csY1" fmla="*/ 1281073 h 1288172"/>
              <a:gd name="csX2" fmla="*/ 517498 w 1910351"/>
              <a:gd name="csY2" fmla="*/ 1218816 h 1288172"/>
              <a:gd name="csX3" fmla="*/ 579755 w 1910351"/>
              <a:gd name="csY3" fmla="*/ 1156559 h 1288172"/>
              <a:gd name="csX4" fmla="*/ 642012 w 1910351"/>
              <a:gd name="csY4" fmla="*/ 1218816 h 1288172"/>
              <a:gd name="csX0" fmla="*/ 632693 w 1910351"/>
              <a:gd name="csY0" fmla="*/ 1024049 h 1288172"/>
              <a:gd name="csX1" fmla="*/ 627414 w 1910351"/>
              <a:gd name="csY1" fmla="*/ 1034089 h 1288172"/>
              <a:gd name="csX2" fmla="*/ 634042 w 1910351"/>
              <a:gd name="csY2" fmla="*/ 1043099 h 1288172"/>
              <a:gd name="csX3" fmla="*/ 632177 w 1910351"/>
              <a:gd name="csY3" fmla="*/ 1033057 h 1288172"/>
              <a:gd name="csX4" fmla="*/ 632693 w 1910351"/>
              <a:gd name="csY4" fmla="*/ 1024049 h 1288172"/>
              <a:gd name="csX0" fmla="*/ 4729 w 43256"/>
              <a:gd name="csY0" fmla="*/ 26036 h 49659"/>
              <a:gd name="csX1" fmla="*/ 2196 w 43256"/>
              <a:gd name="csY1" fmla="*/ 25239 h 49659"/>
              <a:gd name="csX2" fmla="*/ 6964 w 43256"/>
              <a:gd name="csY2" fmla="*/ 34758 h 49659"/>
              <a:gd name="csX3" fmla="*/ 5856 w 43256"/>
              <a:gd name="csY3" fmla="*/ 35139 h 49659"/>
              <a:gd name="csX4" fmla="*/ 16514 w 43256"/>
              <a:gd name="csY4" fmla="*/ 38949 h 49659"/>
              <a:gd name="csX5" fmla="*/ 15846 w 43256"/>
              <a:gd name="csY5" fmla="*/ 37209 h 49659"/>
              <a:gd name="csX6" fmla="*/ 28863 w 43256"/>
              <a:gd name="csY6" fmla="*/ 34610 h 49659"/>
              <a:gd name="csX7" fmla="*/ 28596 w 43256"/>
              <a:gd name="csY7" fmla="*/ 36519 h 49659"/>
              <a:gd name="csX8" fmla="*/ 34165 w 43256"/>
              <a:gd name="csY8" fmla="*/ 22813 h 49659"/>
              <a:gd name="csX9" fmla="*/ 37416 w 43256"/>
              <a:gd name="csY9" fmla="*/ 29949 h 49659"/>
              <a:gd name="csX10" fmla="*/ 41834 w 43256"/>
              <a:gd name="csY10" fmla="*/ 15213 h 49659"/>
              <a:gd name="csX11" fmla="*/ 40386 w 43256"/>
              <a:gd name="csY11" fmla="*/ 17889 h 49659"/>
              <a:gd name="csX12" fmla="*/ 38360 w 43256"/>
              <a:gd name="csY12" fmla="*/ 5285 h 49659"/>
              <a:gd name="csX13" fmla="*/ 38436 w 43256"/>
              <a:gd name="csY13" fmla="*/ 6549 h 49659"/>
              <a:gd name="csX14" fmla="*/ 29114 w 43256"/>
              <a:gd name="csY14" fmla="*/ 3811 h 49659"/>
              <a:gd name="csX15" fmla="*/ 29856 w 43256"/>
              <a:gd name="csY15" fmla="*/ 2199 h 49659"/>
              <a:gd name="csX16" fmla="*/ 22177 w 43256"/>
              <a:gd name="csY16" fmla="*/ 4579 h 49659"/>
              <a:gd name="csX17" fmla="*/ 22536 w 43256"/>
              <a:gd name="csY17" fmla="*/ 3189 h 49659"/>
              <a:gd name="csX18" fmla="*/ 14036 w 43256"/>
              <a:gd name="csY18" fmla="*/ 5051 h 49659"/>
              <a:gd name="csX19" fmla="*/ 15336 w 43256"/>
              <a:gd name="csY19" fmla="*/ 6399 h 49659"/>
              <a:gd name="csX20" fmla="*/ 4163 w 43256"/>
              <a:gd name="csY20" fmla="*/ 15648 h 49659"/>
              <a:gd name="csX21" fmla="*/ 3936 w 43256"/>
              <a:gd name="csY21" fmla="*/ 14229 h 49659"/>
              <a:gd name="csX0" fmla="*/ 3936 w 43256"/>
              <a:gd name="csY0" fmla="*/ 14229 h 49785"/>
              <a:gd name="csX1" fmla="*/ 5659 w 43256"/>
              <a:gd name="csY1" fmla="*/ 6766 h 49785"/>
              <a:gd name="csX2" fmla="*/ 14041 w 43256"/>
              <a:gd name="csY2" fmla="*/ 5061 h 49785"/>
              <a:gd name="csX3" fmla="*/ 22492 w 43256"/>
              <a:gd name="csY3" fmla="*/ 3291 h 49785"/>
              <a:gd name="csX4" fmla="*/ 25785 w 43256"/>
              <a:gd name="csY4" fmla="*/ 59 h 49785"/>
              <a:gd name="csX5" fmla="*/ 29869 w 43256"/>
              <a:gd name="csY5" fmla="*/ 2340 h 49785"/>
              <a:gd name="csX6" fmla="*/ 35499 w 43256"/>
              <a:gd name="csY6" fmla="*/ 549 h 49785"/>
              <a:gd name="csX7" fmla="*/ 38354 w 43256"/>
              <a:gd name="csY7" fmla="*/ 5435 h 49785"/>
              <a:gd name="csX8" fmla="*/ 42018 w 43256"/>
              <a:gd name="csY8" fmla="*/ 10177 h 49785"/>
              <a:gd name="csX9" fmla="*/ 41854 w 43256"/>
              <a:gd name="csY9" fmla="*/ 15319 h 49785"/>
              <a:gd name="csX10" fmla="*/ 43052 w 43256"/>
              <a:gd name="csY10" fmla="*/ 23181 h 49785"/>
              <a:gd name="csX11" fmla="*/ 37440 w 43256"/>
              <a:gd name="csY11" fmla="*/ 30063 h 49785"/>
              <a:gd name="csX12" fmla="*/ 35431 w 43256"/>
              <a:gd name="csY12" fmla="*/ 35960 h 49785"/>
              <a:gd name="csX13" fmla="*/ 28591 w 43256"/>
              <a:gd name="csY13" fmla="*/ 36674 h 49785"/>
              <a:gd name="csX14" fmla="*/ 23703 w 43256"/>
              <a:gd name="csY14" fmla="*/ 42965 h 49785"/>
              <a:gd name="csX15" fmla="*/ 16516 w 43256"/>
              <a:gd name="csY15" fmla="*/ 39125 h 49785"/>
              <a:gd name="csX16" fmla="*/ 5840 w 43256"/>
              <a:gd name="csY16" fmla="*/ 35331 h 49785"/>
              <a:gd name="csX17" fmla="*/ 1146 w 43256"/>
              <a:gd name="csY17" fmla="*/ 31109 h 49785"/>
              <a:gd name="csX18" fmla="*/ 2149 w 43256"/>
              <a:gd name="csY18" fmla="*/ 25410 h 49785"/>
              <a:gd name="csX19" fmla="*/ 31 w 43256"/>
              <a:gd name="csY19" fmla="*/ 19563 h 49785"/>
              <a:gd name="csX20" fmla="*/ 3899 w 43256"/>
              <a:gd name="csY20" fmla="*/ 14366 h 49785"/>
              <a:gd name="csX21" fmla="*/ 3936 w 43256"/>
              <a:gd name="csY21" fmla="*/ 14229 h 49785"/>
              <a:gd name="csX0" fmla="*/ 589189 w 1910351"/>
              <a:gd name="csY0" fmla="*/ 1257044 h 1291435"/>
              <a:gd name="csX1" fmla="*/ 558061 w 1910351"/>
              <a:gd name="csY1" fmla="*/ 1288172 h 1291435"/>
              <a:gd name="csX2" fmla="*/ 526933 w 1910351"/>
              <a:gd name="csY2" fmla="*/ 1257044 h 1291435"/>
              <a:gd name="csX3" fmla="*/ 631879 w 1910351"/>
              <a:gd name="csY3" fmla="*/ 992554 h 1291435"/>
              <a:gd name="csX4" fmla="*/ 589189 w 1910351"/>
              <a:gd name="csY4" fmla="*/ 1257044 h 1291435"/>
              <a:gd name="csX0" fmla="*/ 642012 w 1910351"/>
              <a:gd name="csY0" fmla="*/ 1218816 h 1291435"/>
              <a:gd name="csX1" fmla="*/ 579755 w 1910351"/>
              <a:gd name="csY1" fmla="*/ 1281073 h 1291435"/>
              <a:gd name="csX2" fmla="*/ 517498 w 1910351"/>
              <a:gd name="csY2" fmla="*/ 1218816 h 1291435"/>
              <a:gd name="csX3" fmla="*/ 579755 w 1910351"/>
              <a:gd name="csY3" fmla="*/ 1156559 h 1291435"/>
              <a:gd name="csX4" fmla="*/ 642012 w 1910351"/>
              <a:gd name="csY4" fmla="*/ 1218816 h 1291435"/>
              <a:gd name="csX0" fmla="*/ 632693 w 1910351"/>
              <a:gd name="csY0" fmla="*/ 1024049 h 1291435"/>
              <a:gd name="csX1" fmla="*/ 627414 w 1910351"/>
              <a:gd name="csY1" fmla="*/ 1034089 h 1291435"/>
              <a:gd name="csX2" fmla="*/ 634042 w 1910351"/>
              <a:gd name="csY2" fmla="*/ 1043099 h 1291435"/>
              <a:gd name="csX3" fmla="*/ 632177 w 1910351"/>
              <a:gd name="csY3" fmla="*/ 1033057 h 1291435"/>
              <a:gd name="csX4" fmla="*/ 632693 w 1910351"/>
              <a:gd name="csY4" fmla="*/ 1024049 h 1291435"/>
              <a:gd name="csX0" fmla="*/ 4729 w 43256"/>
              <a:gd name="csY0" fmla="*/ 26036 h 49785"/>
              <a:gd name="csX1" fmla="*/ 2196 w 43256"/>
              <a:gd name="csY1" fmla="*/ 25239 h 49785"/>
              <a:gd name="csX2" fmla="*/ 6964 w 43256"/>
              <a:gd name="csY2" fmla="*/ 34758 h 49785"/>
              <a:gd name="csX3" fmla="*/ 5856 w 43256"/>
              <a:gd name="csY3" fmla="*/ 35139 h 49785"/>
              <a:gd name="csX4" fmla="*/ 16514 w 43256"/>
              <a:gd name="csY4" fmla="*/ 38949 h 49785"/>
              <a:gd name="csX5" fmla="*/ 15846 w 43256"/>
              <a:gd name="csY5" fmla="*/ 37209 h 49785"/>
              <a:gd name="csX6" fmla="*/ 28863 w 43256"/>
              <a:gd name="csY6" fmla="*/ 34610 h 49785"/>
              <a:gd name="csX7" fmla="*/ 28596 w 43256"/>
              <a:gd name="csY7" fmla="*/ 36519 h 49785"/>
              <a:gd name="csX8" fmla="*/ 34165 w 43256"/>
              <a:gd name="csY8" fmla="*/ 22813 h 49785"/>
              <a:gd name="csX9" fmla="*/ 37416 w 43256"/>
              <a:gd name="csY9" fmla="*/ 29949 h 49785"/>
              <a:gd name="csX10" fmla="*/ 41834 w 43256"/>
              <a:gd name="csY10" fmla="*/ 15213 h 49785"/>
              <a:gd name="csX11" fmla="*/ 40386 w 43256"/>
              <a:gd name="csY11" fmla="*/ 17889 h 49785"/>
              <a:gd name="csX12" fmla="*/ 38360 w 43256"/>
              <a:gd name="csY12" fmla="*/ 5285 h 49785"/>
              <a:gd name="csX13" fmla="*/ 38436 w 43256"/>
              <a:gd name="csY13" fmla="*/ 6549 h 49785"/>
              <a:gd name="csX14" fmla="*/ 29114 w 43256"/>
              <a:gd name="csY14" fmla="*/ 3811 h 49785"/>
              <a:gd name="csX15" fmla="*/ 29856 w 43256"/>
              <a:gd name="csY15" fmla="*/ 2199 h 49785"/>
              <a:gd name="csX16" fmla="*/ 22177 w 43256"/>
              <a:gd name="csY16" fmla="*/ 4579 h 49785"/>
              <a:gd name="csX17" fmla="*/ 22536 w 43256"/>
              <a:gd name="csY17" fmla="*/ 3189 h 49785"/>
              <a:gd name="csX18" fmla="*/ 14036 w 43256"/>
              <a:gd name="csY18" fmla="*/ 5051 h 49785"/>
              <a:gd name="csX19" fmla="*/ 15336 w 43256"/>
              <a:gd name="csY19" fmla="*/ 6399 h 49785"/>
              <a:gd name="csX20" fmla="*/ 4163 w 43256"/>
              <a:gd name="csY20" fmla="*/ 15648 h 49785"/>
              <a:gd name="csX21" fmla="*/ 3936 w 43256"/>
              <a:gd name="csY21" fmla="*/ 14229 h 49785"/>
              <a:gd name="csX0" fmla="*/ 3936 w 43256"/>
              <a:gd name="csY0" fmla="*/ 14229 h 49386"/>
              <a:gd name="csX1" fmla="*/ 5659 w 43256"/>
              <a:gd name="csY1" fmla="*/ 6766 h 49386"/>
              <a:gd name="csX2" fmla="*/ 14041 w 43256"/>
              <a:gd name="csY2" fmla="*/ 5061 h 49386"/>
              <a:gd name="csX3" fmla="*/ 22492 w 43256"/>
              <a:gd name="csY3" fmla="*/ 3291 h 49386"/>
              <a:gd name="csX4" fmla="*/ 25785 w 43256"/>
              <a:gd name="csY4" fmla="*/ 59 h 49386"/>
              <a:gd name="csX5" fmla="*/ 29869 w 43256"/>
              <a:gd name="csY5" fmla="*/ 2340 h 49386"/>
              <a:gd name="csX6" fmla="*/ 35499 w 43256"/>
              <a:gd name="csY6" fmla="*/ 549 h 49386"/>
              <a:gd name="csX7" fmla="*/ 38354 w 43256"/>
              <a:gd name="csY7" fmla="*/ 5435 h 49386"/>
              <a:gd name="csX8" fmla="*/ 42018 w 43256"/>
              <a:gd name="csY8" fmla="*/ 10177 h 49386"/>
              <a:gd name="csX9" fmla="*/ 41854 w 43256"/>
              <a:gd name="csY9" fmla="*/ 15319 h 49386"/>
              <a:gd name="csX10" fmla="*/ 43052 w 43256"/>
              <a:gd name="csY10" fmla="*/ 23181 h 49386"/>
              <a:gd name="csX11" fmla="*/ 37440 w 43256"/>
              <a:gd name="csY11" fmla="*/ 30063 h 49386"/>
              <a:gd name="csX12" fmla="*/ 35431 w 43256"/>
              <a:gd name="csY12" fmla="*/ 35960 h 49386"/>
              <a:gd name="csX13" fmla="*/ 28591 w 43256"/>
              <a:gd name="csY13" fmla="*/ 36674 h 49386"/>
              <a:gd name="csX14" fmla="*/ 23703 w 43256"/>
              <a:gd name="csY14" fmla="*/ 42965 h 49386"/>
              <a:gd name="csX15" fmla="*/ 16516 w 43256"/>
              <a:gd name="csY15" fmla="*/ 39125 h 49386"/>
              <a:gd name="csX16" fmla="*/ 5840 w 43256"/>
              <a:gd name="csY16" fmla="*/ 35331 h 49386"/>
              <a:gd name="csX17" fmla="*/ 1146 w 43256"/>
              <a:gd name="csY17" fmla="*/ 31109 h 49386"/>
              <a:gd name="csX18" fmla="*/ 2149 w 43256"/>
              <a:gd name="csY18" fmla="*/ 25410 h 49386"/>
              <a:gd name="csX19" fmla="*/ 31 w 43256"/>
              <a:gd name="csY19" fmla="*/ 19563 h 49386"/>
              <a:gd name="csX20" fmla="*/ 3899 w 43256"/>
              <a:gd name="csY20" fmla="*/ 14366 h 49386"/>
              <a:gd name="csX21" fmla="*/ 3936 w 43256"/>
              <a:gd name="csY21" fmla="*/ 14229 h 49386"/>
              <a:gd name="csX0" fmla="*/ 589189 w 1910351"/>
              <a:gd name="csY0" fmla="*/ 1257044 h 1281073"/>
              <a:gd name="csX1" fmla="*/ 627117 w 1910351"/>
              <a:gd name="csY1" fmla="*/ 961941 h 1281073"/>
              <a:gd name="csX2" fmla="*/ 526933 w 1910351"/>
              <a:gd name="csY2" fmla="*/ 1257044 h 1281073"/>
              <a:gd name="csX3" fmla="*/ 631879 w 1910351"/>
              <a:gd name="csY3" fmla="*/ 992554 h 1281073"/>
              <a:gd name="csX4" fmla="*/ 589189 w 1910351"/>
              <a:gd name="csY4" fmla="*/ 1257044 h 1281073"/>
              <a:gd name="csX0" fmla="*/ 642012 w 1910351"/>
              <a:gd name="csY0" fmla="*/ 1218816 h 1281073"/>
              <a:gd name="csX1" fmla="*/ 579755 w 1910351"/>
              <a:gd name="csY1" fmla="*/ 1281073 h 1281073"/>
              <a:gd name="csX2" fmla="*/ 517498 w 1910351"/>
              <a:gd name="csY2" fmla="*/ 1218816 h 1281073"/>
              <a:gd name="csX3" fmla="*/ 579755 w 1910351"/>
              <a:gd name="csY3" fmla="*/ 1156559 h 1281073"/>
              <a:gd name="csX4" fmla="*/ 642012 w 1910351"/>
              <a:gd name="csY4" fmla="*/ 1218816 h 1281073"/>
              <a:gd name="csX0" fmla="*/ 632693 w 1910351"/>
              <a:gd name="csY0" fmla="*/ 1024049 h 1281073"/>
              <a:gd name="csX1" fmla="*/ 627414 w 1910351"/>
              <a:gd name="csY1" fmla="*/ 1034089 h 1281073"/>
              <a:gd name="csX2" fmla="*/ 634042 w 1910351"/>
              <a:gd name="csY2" fmla="*/ 1043099 h 1281073"/>
              <a:gd name="csX3" fmla="*/ 632177 w 1910351"/>
              <a:gd name="csY3" fmla="*/ 1033057 h 1281073"/>
              <a:gd name="csX4" fmla="*/ 632693 w 1910351"/>
              <a:gd name="csY4" fmla="*/ 1024049 h 1281073"/>
              <a:gd name="csX0" fmla="*/ 4729 w 43256"/>
              <a:gd name="csY0" fmla="*/ 26036 h 49386"/>
              <a:gd name="csX1" fmla="*/ 2196 w 43256"/>
              <a:gd name="csY1" fmla="*/ 25239 h 49386"/>
              <a:gd name="csX2" fmla="*/ 6964 w 43256"/>
              <a:gd name="csY2" fmla="*/ 34758 h 49386"/>
              <a:gd name="csX3" fmla="*/ 5856 w 43256"/>
              <a:gd name="csY3" fmla="*/ 35139 h 49386"/>
              <a:gd name="csX4" fmla="*/ 16514 w 43256"/>
              <a:gd name="csY4" fmla="*/ 38949 h 49386"/>
              <a:gd name="csX5" fmla="*/ 15846 w 43256"/>
              <a:gd name="csY5" fmla="*/ 37209 h 49386"/>
              <a:gd name="csX6" fmla="*/ 28863 w 43256"/>
              <a:gd name="csY6" fmla="*/ 34610 h 49386"/>
              <a:gd name="csX7" fmla="*/ 28596 w 43256"/>
              <a:gd name="csY7" fmla="*/ 36519 h 49386"/>
              <a:gd name="csX8" fmla="*/ 34165 w 43256"/>
              <a:gd name="csY8" fmla="*/ 22813 h 49386"/>
              <a:gd name="csX9" fmla="*/ 37416 w 43256"/>
              <a:gd name="csY9" fmla="*/ 29949 h 49386"/>
              <a:gd name="csX10" fmla="*/ 41834 w 43256"/>
              <a:gd name="csY10" fmla="*/ 15213 h 49386"/>
              <a:gd name="csX11" fmla="*/ 40386 w 43256"/>
              <a:gd name="csY11" fmla="*/ 17889 h 49386"/>
              <a:gd name="csX12" fmla="*/ 38360 w 43256"/>
              <a:gd name="csY12" fmla="*/ 5285 h 49386"/>
              <a:gd name="csX13" fmla="*/ 38436 w 43256"/>
              <a:gd name="csY13" fmla="*/ 6549 h 49386"/>
              <a:gd name="csX14" fmla="*/ 29114 w 43256"/>
              <a:gd name="csY14" fmla="*/ 3811 h 49386"/>
              <a:gd name="csX15" fmla="*/ 29856 w 43256"/>
              <a:gd name="csY15" fmla="*/ 2199 h 49386"/>
              <a:gd name="csX16" fmla="*/ 22177 w 43256"/>
              <a:gd name="csY16" fmla="*/ 4579 h 49386"/>
              <a:gd name="csX17" fmla="*/ 22536 w 43256"/>
              <a:gd name="csY17" fmla="*/ 3189 h 49386"/>
              <a:gd name="csX18" fmla="*/ 14036 w 43256"/>
              <a:gd name="csY18" fmla="*/ 5051 h 49386"/>
              <a:gd name="csX19" fmla="*/ 15336 w 43256"/>
              <a:gd name="csY19" fmla="*/ 6399 h 49386"/>
              <a:gd name="csX20" fmla="*/ 4163 w 43256"/>
              <a:gd name="csY20" fmla="*/ 15648 h 49386"/>
              <a:gd name="csX21" fmla="*/ 3936 w 43256"/>
              <a:gd name="csY21" fmla="*/ 14229 h 49386"/>
              <a:gd name="csX0" fmla="*/ 3936 w 43256"/>
              <a:gd name="csY0" fmla="*/ 14229 h 49386"/>
              <a:gd name="csX1" fmla="*/ 5659 w 43256"/>
              <a:gd name="csY1" fmla="*/ 6766 h 49386"/>
              <a:gd name="csX2" fmla="*/ 14041 w 43256"/>
              <a:gd name="csY2" fmla="*/ 5061 h 49386"/>
              <a:gd name="csX3" fmla="*/ 22492 w 43256"/>
              <a:gd name="csY3" fmla="*/ 3291 h 49386"/>
              <a:gd name="csX4" fmla="*/ 25785 w 43256"/>
              <a:gd name="csY4" fmla="*/ 59 h 49386"/>
              <a:gd name="csX5" fmla="*/ 29869 w 43256"/>
              <a:gd name="csY5" fmla="*/ 2340 h 49386"/>
              <a:gd name="csX6" fmla="*/ 35499 w 43256"/>
              <a:gd name="csY6" fmla="*/ 549 h 49386"/>
              <a:gd name="csX7" fmla="*/ 38354 w 43256"/>
              <a:gd name="csY7" fmla="*/ 5435 h 49386"/>
              <a:gd name="csX8" fmla="*/ 42018 w 43256"/>
              <a:gd name="csY8" fmla="*/ 10177 h 49386"/>
              <a:gd name="csX9" fmla="*/ 41854 w 43256"/>
              <a:gd name="csY9" fmla="*/ 15319 h 49386"/>
              <a:gd name="csX10" fmla="*/ 43052 w 43256"/>
              <a:gd name="csY10" fmla="*/ 23181 h 49386"/>
              <a:gd name="csX11" fmla="*/ 37440 w 43256"/>
              <a:gd name="csY11" fmla="*/ 30063 h 49386"/>
              <a:gd name="csX12" fmla="*/ 35431 w 43256"/>
              <a:gd name="csY12" fmla="*/ 35960 h 49386"/>
              <a:gd name="csX13" fmla="*/ 28591 w 43256"/>
              <a:gd name="csY13" fmla="*/ 36674 h 49386"/>
              <a:gd name="csX14" fmla="*/ 23703 w 43256"/>
              <a:gd name="csY14" fmla="*/ 42965 h 49386"/>
              <a:gd name="csX15" fmla="*/ 16516 w 43256"/>
              <a:gd name="csY15" fmla="*/ 39125 h 49386"/>
              <a:gd name="csX16" fmla="*/ 5840 w 43256"/>
              <a:gd name="csY16" fmla="*/ 35331 h 49386"/>
              <a:gd name="csX17" fmla="*/ 1146 w 43256"/>
              <a:gd name="csY17" fmla="*/ 31109 h 49386"/>
              <a:gd name="csX18" fmla="*/ 2149 w 43256"/>
              <a:gd name="csY18" fmla="*/ 25410 h 49386"/>
              <a:gd name="csX19" fmla="*/ 31 w 43256"/>
              <a:gd name="csY19" fmla="*/ 19563 h 49386"/>
              <a:gd name="csX20" fmla="*/ 3899 w 43256"/>
              <a:gd name="csY20" fmla="*/ 14366 h 49386"/>
              <a:gd name="csX21" fmla="*/ 3936 w 43256"/>
              <a:gd name="csY21" fmla="*/ 14229 h 49386"/>
              <a:gd name="csX0" fmla="*/ 629670 w 1910351"/>
              <a:gd name="csY0" fmla="*/ 904619 h 1281073"/>
              <a:gd name="csX1" fmla="*/ 627117 w 1910351"/>
              <a:gd name="csY1" fmla="*/ 961941 h 1281073"/>
              <a:gd name="csX2" fmla="*/ 526933 w 1910351"/>
              <a:gd name="csY2" fmla="*/ 1257044 h 1281073"/>
              <a:gd name="csX3" fmla="*/ 631879 w 1910351"/>
              <a:gd name="csY3" fmla="*/ 992554 h 1281073"/>
              <a:gd name="csX4" fmla="*/ 629670 w 1910351"/>
              <a:gd name="csY4" fmla="*/ 904619 h 1281073"/>
              <a:gd name="csX0" fmla="*/ 642012 w 1910351"/>
              <a:gd name="csY0" fmla="*/ 1218816 h 1281073"/>
              <a:gd name="csX1" fmla="*/ 579755 w 1910351"/>
              <a:gd name="csY1" fmla="*/ 1281073 h 1281073"/>
              <a:gd name="csX2" fmla="*/ 517498 w 1910351"/>
              <a:gd name="csY2" fmla="*/ 1218816 h 1281073"/>
              <a:gd name="csX3" fmla="*/ 579755 w 1910351"/>
              <a:gd name="csY3" fmla="*/ 1156559 h 1281073"/>
              <a:gd name="csX4" fmla="*/ 642012 w 1910351"/>
              <a:gd name="csY4" fmla="*/ 1218816 h 1281073"/>
              <a:gd name="csX0" fmla="*/ 632693 w 1910351"/>
              <a:gd name="csY0" fmla="*/ 1024049 h 1281073"/>
              <a:gd name="csX1" fmla="*/ 627414 w 1910351"/>
              <a:gd name="csY1" fmla="*/ 1034089 h 1281073"/>
              <a:gd name="csX2" fmla="*/ 634042 w 1910351"/>
              <a:gd name="csY2" fmla="*/ 1043099 h 1281073"/>
              <a:gd name="csX3" fmla="*/ 632177 w 1910351"/>
              <a:gd name="csY3" fmla="*/ 1033057 h 1281073"/>
              <a:gd name="csX4" fmla="*/ 632693 w 1910351"/>
              <a:gd name="csY4" fmla="*/ 1024049 h 1281073"/>
              <a:gd name="csX0" fmla="*/ 4729 w 43256"/>
              <a:gd name="csY0" fmla="*/ 26036 h 49386"/>
              <a:gd name="csX1" fmla="*/ 2196 w 43256"/>
              <a:gd name="csY1" fmla="*/ 25239 h 49386"/>
              <a:gd name="csX2" fmla="*/ 6964 w 43256"/>
              <a:gd name="csY2" fmla="*/ 34758 h 49386"/>
              <a:gd name="csX3" fmla="*/ 5856 w 43256"/>
              <a:gd name="csY3" fmla="*/ 35139 h 49386"/>
              <a:gd name="csX4" fmla="*/ 16514 w 43256"/>
              <a:gd name="csY4" fmla="*/ 38949 h 49386"/>
              <a:gd name="csX5" fmla="*/ 15846 w 43256"/>
              <a:gd name="csY5" fmla="*/ 37209 h 49386"/>
              <a:gd name="csX6" fmla="*/ 28863 w 43256"/>
              <a:gd name="csY6" fmla="*/ 34610 h 49386"/>
              <a:gd name="csX7" fmla="*/ 28596 w 43256"/>
              <a:gd name="csY7" fmla="*/ 36519 h 49386"/>
              <a:gd name="csX8" fmla="*/ 34165 w 43256"/>
              <a:gd name="csY8" fmla="*/ 22813 h 49386"/>
              <a:gd name="csX9" fmla="*/ 37416 w 43256"/>
              <a:gd name="csY9" fmla="*/ 29949 h 49386"/>
              <a:gd name="csX10" fmla="*/ 41834 w 43256"/>
              <a:gd name="csY10" fmla="*/ 15213 h 49386"/>
              <a:gd name="csX11" fmla="*/ 40386 w 43256"/>
              <a:gd name="csY11" fmla="*/ 17889 h 49386"/>
              <a:gd name="csX12" fmla="*/ 38360 w 43256"/>
              <a:gd name="csY12" fmla="*/ 5285 h 49386"/>
              <a:gd name="csX13" fmla="*/ 38436 w 43256"/>
              <a:gd name="csY13" fmla="*/ 6549 h 49386"/>
              <a:gd name="csX14" fmla="*/ 29114 w 43256"/>
              <a:gd name="csY14" fmla="*/ 3811 h 49386"/>
              <a:gd name="csX15" fmla="*/ 29856 w 43256"/>
              <a:gd name="csY15" fmla="*/ 2199 h 49386"/>
              <a:gd name="csX16" fmla="*/ 22177 w 43256"/>
              <a:gd name="csY16" fmla="*/ 4579 h 49386"/>
              <a:gd name="csX17" fmla="*/ 22536 w 43256"/>
              <a:gd name="csY17" fmla="*/ 3189 h 49386"/>
              <a:gd name="csX18" fmla="*/ 14036 w 43256"/>
              <a:gd name="csY18" fmla="*/ 5051 h 49386"/>
              <a:gd name="csX19" fmla="*/ 15336 w 43256"/>
              <a:gd name="csY19" fmla="*/ 6399 h 49386"/>
              <a:gd name="csX20" fmla="*/ 4163 w 43256"/>
              <a:gd name="csY20" fmla="*/ 15648 h 49386"/>
              <a:gd name="csX21" fmla="*/ 3936 w 43256"/>
              <a:gd name="csY21" fmla="*/ 14229 h 49386"/>
              <a:gd name="csX0" fmla="*/ 3936 w 43256"/>
              <a:gd name="csY0" fmla="*/ 14229 h 50141"/>
              <a:gd name="csX1" fmla="*/ 5659 w 43256"/>
              <a:gd name="csY1" fmla="*/ 6766 h 50141"/>
              <a:gd name="csX2" fmla="*/ 14041 w 43256"/>
              <a:gd name="csY2" fmla="*/ 5061 h 50141"/>
              <a:gd name="csX3" fmla="*/ 22492 w 43256"/>
              <a:gd name="csY3" fmla="*/ 3291 h 50141"/>
              <a:gd name="csX4" fmla="*/ 25785 w 43256"/>
              <a:gd name="csY4" fmla="*/ 59 h 50141"/>
              <a:gd name="csX5" fmla="*/ 29869 w 43256"/>
              <a:gd name="csY5" fmla="*/ 2340 h 50141"/>
              <a:gd name="csX6" fmla="*/ 35499 w 43256"/>
              <a:gd name="csY6" fmla="*/ 549 h 50141"/>
              <a:gd name="csX7" fmla="*/ 38354 w 43256"/>
              <a:gd name="csY7" fmla="*/ 5435 h 50141"/>
              <a:gd name="csX8" fmla="*/ 42018 w 43256"/>
              <a:gd name="csY8" fmla="*/ 10177 h 50141"/>
              <a:gd name="csX9" fmla="*/ 41854 w 43256"/>
              <a:gd name="csY9" fmla="*/ 15319 h 50141"/>
              <a:gd name="csX10" fmla="*/ 43052 w 43256"/>
              <a:gd name="csY10" fmla="*/ 23181 h 50141"/>
              <a:gd name="csX11" fmla="*/ 37440 w 43256"/>
              <a:gd name="csY11" fmla="*/ 30063 h 50141"/>
              <a:gd name="csX12" fmla="*/ 35431 w 43256"/>
              <a:gd name="csY12" fmla="*/ 35960 h 50141"/>
              <a:gd name="csX13" fmla="*/ 28591 w 43256"/>
              <a:gd name="csY13" fmla="*/ 36674 h 50141"/>
              <a:gd name="csX14" fmla="*/ 23703 w 43256"/>
              <a:gd name="csY14" fmla="*/ 42965 h 50141"/>
              <a:gd name="csX15" fmla="*/ 16516 w 43256"/>
              <a:gd name="csY15" fmla="*/ 39125 h 50141"/>
              <a:gd name="csX16" fmla="*/ 5840 w 43256"/>
              <a:gd name="csY16" fmla="*/ 35331 h 50141"/>
              <a:gd name="csX17" fmla="*/ 1146 w 43256"/>
              <a:gd name="csY17" fmla="*/ 31109 h 50141"/>
              <a:gd name="csX18" fmla="*/ 2149 w 43256"/>
              <a:gd name="csY18" fmla="*/ 25410 h 50141"/>
              <a:gd name="csX19" fmla="*/ 31 w 43256"/>
              <a:gd name="csY19" fmla="*/ 19563 h 50141"/>
              <a:gd name="csX20" fmla="*/ 3899 w 43256"/>
              <a:gd name="csY20" fmla="*/ 14366 h 50141"/>
              <a:gd name="csX21" fmla="*/ 3936 w 43256"/>
              <a:gd name="csY21" fmla="*/ 14229 h 50141"/>
              <a:gd name="csX0" fmla="*/ 629670 w 1910351"/>
              <a:gd name="csY0" fmla="*/ 904619 h 1300649"/>
              <a:gd name="csX1" fmla="*/ 627117 w 1910351"/>
              <a:gd name="csY1" fmla="*/ 961941 h 1300649"/>
              <a:gd name="csX2" fmla="*/ 526933 w 1910351"/>
              <a:gd name="csY2" fmla="*/ 1257044 h 1300649"/>
              <a:gd name="csX3" fmla="*/ 631879 w 1910351"/>
              <a:gd name="csY3" fmla="*/ 992554 h 1300649"/>
              <a:gd name="csX4" fmla="*/ 629670 w 1910351"/>
              <a:gd name="csY4" fmla="*/ 904619 h 1300649"/>
              <a:gd name="csX0" fmla="*/ 572956 w 1910351"/>
              <a:gd name="csY0" fmla="*/ 871153 h 1300649"/>
              <a:gd name="csX1" fmla="*/ 579755 w 1910351"/>
              <a:gd name="csY1" fmla="*/ 1281073 h 1300649"/>
              <a:gd name="csX2" fmla="*/ 517498 w 1910351"/>
              <a:gd name="csY2" fmla="*/ 1218816 h 1300649"/>
              <a:gd name="csX3" fmla="*/ 579755 w 1910351"/>
              <a:gd name="csY3" fmla="*/ 1156559 h 1300649"/>
              <a:gd name="csX4" fmla="*/ 572956 w 1910351"/>
              <a:gd name="csY4" fmla="*/ 871153 h 1300649"/>
              <a:gd name="csX0" fmla="*/ 632693 w 1910351"/>
              <a:gd name="csY0" fmla="*/ 1024049 h 1300649"/>
              <a:gd name="csX1" fmla="*/ 627414 w 1910351"/>
              <a:gd name="csY1" fmla="*/ 1034089 h 1300649"/>
              <a:gd name="csX2" fmla="*/ 634042 w 1910351"/>
              <a:gd name="csY2" fmla="*/ 1043099 h 1300649"/>
              <a:gd name="csX3" fmla="*/ 632177 w 1910351"/>
              <a:gd name="csY3" fmla="*/ 1033057 h 1300649"/>
              <a:gd name="csX4" fmla="*/ 632693 w 1910351"/>
              <a:gd name="csY4" fmla="*/ 1024049 h 1300649"/>
              <a:gd name="csX0" fmla="*/ 4729 w 43256"/>
              <a:gd name="csY0" fmla="*/ 26036 h 50141"/>
              <a:gd name="csX1" fmla="*/ 2196 w 43256"/>
              <a:gd name="csY1" fmla="*/ 25239 h 50141"/>
              <a:gd name="csX2" fmla="*/ 6964 w 43256"/>
              <a:gd name="csY2" fmla="*/ 34758 h 50141"/>
              <a:gd name="csX3" fmla="*/ 5856 w 43256"/>
              <a:gd name="csY3" fmla="*/ 35139 h 50141"/>
              <a:gd name="csX4" fmla="*/ 16514 w 43256"/>
              <a:gd name="csY4" fmla="*/ 38949 h 50141"/>
              <a:gd name="csX5" fmla="*/ 15846 w 43256"/>
              <a:gd name="csY5" fmla="*/ 37209 h 50141"/>
              <a:gd name="csX6" fmla="*/ 28863 w 43256"/>
              <a:gd name="csY6" fmla="*/ 34610 h 50141"/>
              <a:gd name="csX7" fmla="*/ 28596 w 43256"/>
              <a:gd name="csY7" fmla="*/ 36519 h 50141"/>
              <a:gd name="csX8" fmla="*/ 34165 w 43256"/>
              <a:gd name="csY8" fmla="*/ 22813 h 50141"/>
              <a:gd name="csX9" fmla="*/ 37416 w 43256"/>
              <a:gd name="csY9" fmla="*/ 29949 h 50141"/>
              <a:gd name="csX10" fmla="*/ 41834 w 43256"/>
              <a:gd name="csY10" fmla="*/ 15213 h 50141"/>
              <a:gd name="csX11" fmla="*/ 40386 w 43256"/>
              <a:gd name="csY11" fmla="*/ 17889 h 50141"/>
              <a:gd name="csX12" fmla="*/ 38360 w 43256"/>
              <a:gd name="csY12" fmla="*/ 5285 h 50141"/>
              <a:gd name="csX13" fmla="*/ 38436 w 43256"/>
              <a:gd name="csY13" fmla="*/ 6549 h 50141"/>
              <a:gd name="csX14" fmla="*/ 29114 w 43256"/>
              <a:gd name="csY14" fmla="*/ 3811 h 50141"/>
              <a:gd name="csX15" fmla="*/ 29856 w 43256"/>
              <a:gd name="csY15" fmla="*/ 2199 h 50141"/>
              <a:gd name="csX16" fmla="*/ 22177 w 43256"/>
              <a:gd name="csY16" fmla="*/ 4579 h 50141"/>
              <a:gd name="csX17" fmla="*/ 22536 w 43256"/>
              <a:gd name="csY17" fmla="*/ 3189 h 50141"/>
              <a:gd name="csX18" fmla="*/ 14036 w 43256"/>
              <a:gd name="csY18" fmla="*/ 5051 h 50141"/>
              <a:gd name="csX19" fmla="*/ 15336 w 43256"/>
              <a:gd name="csY19" fmla="*/ 6399 h 50141"/>
              <a:gd name="csX20" fmla="*/ 4163 w 43256"/>
              <a:gd name="csY20" fmla="*/ 15648 h 50141"/>
              <a:gd name="csX21" fmla="*/ 3936 w 43256"/>
              <a:gd name="csY21" fmla="*/ 14229 h 50141"/>
              <a:gd name="csX0" fmla="*/ 3936 w 43256"/>
              <a:gd name="csY0" fmla="*/ 14229 h 50141"/>
              <a:gd name="csX1" fmla="*/ 5659 w 43256"/>
              <a:gd name="csY1" fmla="*/ 6766 h 50141"/>
              <a:gd name="csX2" fmla="*/ 14041 w 43256"/>
              <a:gd name="csY2" fmla="*/ 5061 h 50141"/>
              <a:gd name="csX3" fmla="*/ 22492 w 43256"/>
              <a:gd name="csY3" fmla="*/ 3291 h 50141"/>
              <a:gd name="csX4" fmla="*/ 25785 w 43256"/>
              <a:gd name="csY4" fmla="*/ 59 h 50141"/>
              <a:gd name="csX5" fmla="*/ 29869 w 43256"/>
              <a:gd name="csY5" fmla="*/ 2340 h 50141"/>
              <a:gd name="csX6" fmla="*/ 35499 w 43256"/>
              <a:gd name="csY6" fmla="*/ 549 h 50141"/>
              <a:gd name="csX7" fmla="*/ 38354 w 43256"/>
              <a:gd name="csY7" fmla="*/ 5435 h 50141"/>
              <a:gd name="csX8" fmla="*/ 42018 w 43256"/>
              <a:gd name="csY8" fmla="*/ 10177 h 50141"/>
              <a:gd name="csX9" fmla="*/ 41854 w 43256"/>
              <a:gd name="csY9" fmla="*/ 15319 h 50141"/>
              <a:gd name="csX10" fmla="*/ 43052 w 43256"/>
              <a:gd name="csY10" fmla="*/ 23181 h 50141"/>
              <a:gd name="csX11" fmla="*/ 37440 w 43256"/>
              <a:gd name="csY11" fmla="*/ 30063 h 50141"/>
              <a:gd name="csX12" fmla="*/ 35431 w 43256"/>
              <a:gd name="csY12" fmla="*/ 35960 h 50141"/>
              <a:gd name="csX13" fmla="*/ 28591 w 43256"/>
              <a:gd name="csY13" fmla="*/ 36674 h 50141"/>
              <a:gd name="csX14" fmla="*/ 23703 w 43256"/>
              <a:gd name="csY14" fmla="*/ 42965 h 50141"/>
              <a:gd name="csX15" fmla="*/ 16516 w 43256"/>
              <a:gd name="csY15" fmla="*/ 39125 h 50141"/>
              <a:gd name="csX16" fmla="*/ 5840 w 43256"/>
              <a:gd name="csY16" fmla="*/ 35331 h 50141"/>
              <a:gd name="csX17" fmla="*/ 1146 w 43256"/>
              <a:gd name="csY17" fmla="*/ 31109 h 50141"/>
              <a:gd name="csX18" fmla="*/ 2149 w 43256"/>
              <a:gd name="csY18" fmla="*/ 25410 h 50141"/>
              <a:gd name="csX19" fmla="*/ 31 w 43256"/>
              <a:gd name="csY19" fmla="*/ 19563 h 50141"/>
              <a:gd name="csX20" fmla="*/ 3899 w 43256"/>
              <a:gd name="csY20" fmla="*/ 14366 h 50141"/>
              <a:gd name="csX21" fmla="*/ 3936 w 43256"/>
              <a:gd name="csY21" fmla="*/ 14229 h 50141"/>
              <a:gd name="csX0" fmla="*/ 629670 w 1910351"/>
              <a:gd name="csY0" fmla="*/ 904619 h 1300649"/>
              <a:gd name="csX1" fmla="*/ 627117 w 1910351"/>
              <a:gd name="csY1" fmla="*/ 961941 h 1300649"/>
              <a:gd name="csX2" fmla="*/ 574558 w 1910351"/>
              <a:gd name="csY2" fmla="*/ 897475 h 1300649"/>
              <a:gd name="csX3" fmla="*/ 631879 w 1910351"/>
              <a:gd name="csY3" fmla="*/ 992554 h 1300649"/>
              <a:gd name="csX4" fmla="*/ 629670 w 1910351"/>
              <a:gd name="csY4" fmla="*/ 904619 h 1300649"/>
              <a:gd name="csX0" fmla="*/ 572956 w 1910351"/>
              <a:gd name="csY0" fmla="*/ 871153 h 1300649"/>
              <a:gd name="csX1" fmla="*/ 579755 w 1910351"/>
              <a:gd name="csY1" fmla="*/ 1281073 h 1300649"/>
              <a:gd name="csX2" fmla="*/ 517498 w 1910351"/>
              <a:gd name="csY2" fmla="*/ 1218816 h 1300649"/>
              <a:gd name="csX3" fmla="*/ 579755 w 1910351"/>
              <a:gd name="csY3" fmla="*/ 1156559 h 1300649"/>
              <a:gd name="csX4" fmla="*/ 572956 w 1910351"/>
              <a:gd name="csY4" fmla="*/ 871153 h 1300649"/>
              <a:gd name="csX0" fmla="*/ 632693 w 1910351"/>
              <a:gd name="csY0" fmla="*/ 1024049 h 1300649"/>
              <a:gd name="csX1" fmla="*/ 627414 w 1910351"/>
              <a:gd name="csY1" fmla="*/ 1034089 h 1300649"/>
              <a:gd name="csX2" fmla="*/ 634042 w 1910351"/>
              <a:gd name="csY2" fmla="*/ 1043099 h 1300649"/>
              <a:gd name="csX3" fmla="*/ 632177 w 1910351"/>
              <a:gd name="csY3" fmla="*/ 1033057 h 1300649"/>
              <a:gd name="csX4" fmla="*/ 632693 w 1910351"/>
              <a:gd name="csY4" fmla="*/ 1024049 h 1300649"/>
              <a:gd name="csX0" fmla="*/ 4729 w 43256"/>
              <a:gd name="csY0" fmla="*/ 26036 h 50141"/>
              <a:gd name="csX1" fmla="*/ 2196 w 43256"/>
              <a:gd name="csY1" fmla="*/ 25239 h 50141"/>
              <a:gd name="csX2" fmla="*/ 6964 w 43256"/>
              <a:gd name="csY2" fmla="*/ 34758 h 50141"/>
              <a:gd name="csX3" fmla="*/ 5856 w 43256"/>
              <a:gd name="csY3" fmla="*/ 35139 h 50141"/>
              <a:gd name="csX4" fmla="*/ 16514 w 43256"/>
              <a:gd name="csY4" fmla="*/ 38949 h 50141"/>
              <a:gd name="csX5" fmla="*/ 15846 w 43256"/>
              <a:gd name="csY5" fmla="*/ 37209 h 50141"/>
              <a:gd name="csX6" fmla="*/ 28863 w 43256"/>
              <a:gd name="csY6" fmla="*/ 34610 h 50141"/>
              <a:gd name="csX7" fmla="*/ 28596 w 43256"/>
              <a:gd name="csY7" fmla="*/ 36519 h 50141"/>
              <a:gd name="csX8" fmla="*/ 34165 w 43256"/>
              <a:gd name="csY8" fmla="*/ 22813 h 50141"/>
              <a:gd name="csX9" fmla="*/ 37416 w 43256"/>
              <a:gd name="csY9" fmla="*/ 29949 h 50141"/>
              <a:gd name="csX10" fmla="*/ 41834 w 43256"/>
              <a:gd name="csY10" fmla="*/ 15213 h 50141"/>
              <a:gd name="csX11" fmla="*/ 40386 w 43256"/>
              <a:gd name="csY11" fmla="*/ 17889 h 50141"/>
              <a:gd name="csX12" fmla="*/ 38360 w 43256"/>
              <a:gd name="csY12" fmla="*/ 5285 h 50141"/>
              <a:gd name="csX13" fmla="*/ 38436 w 43256"/>
              <a:gd name="csY13" fmla="*/ 6549 h 50141"/>
              <a:gd name="csX14" fmla="*/ 29114 w 43256"/>
              <a:gd name="csY14" fmla="*/ 3811 h 50141"/>
              <a:gd name="csX15" fmla="*/ 29856 w 43256"/>
              <a:gd name="csY15" fmla="*/ 2199 h 50141"/>
              <a:gd name="csX16" fmla="*/ 22177 w 43256"/>
              <a:gd name="csY16" fmla="*/ 4579 h 50141"/>
              <a:gd name="csX17" fmla="*/ 22536 w 43256"/>
              <a:gd name="csY17" fmla="*/ 3189 h 50141"/>
              <a:gd name="csX18" fmla="*/ 14036 w 43256"/>
              <a:gd name="csY18" fmla="*/ 5051 h 50141"/>
              <a:gd name="csX19" fmla="*/ 15336 w 43256"/>
              <a:gd name="csY19" fmla="*/ 6399 h 50141"/>
              <a:gd name="csX20" fmla="*/ 4163 w 43256"/>
              <a:gd name="csY20" fmla="*/ 15648 h 50141"/>
              <a:gd name="csX21" fmla="*/ 3936 w 43256"/>
              <a:gd name="csY21" fmla="*/ 14229 h 50141"/>
              <a:gd name="csX0" fmla="*/ 3936 w 43256"/>
              <a:gd name="csY0" fmla="*/ 14229 h 47096"/>
              <a:gd name="csX1" fmla="*/ 5659 w 43256"/>
              <a:gd name="csY1" fmla="*/ 6766 h 47096"/>
              <a:gd name="csX2" fmla="*/ 14041 w 43256"/>
              <a:gd name="csY2" fmla="*/ 5061 h 47096"/>
              <a:gd name="csX3" fmla="*/ 22492 w 43256"/>
              <a:gd name="csY3" fmla="*/ 3291 h 47096"/>
              <a:gd name="csX4" fmla="*/ 25785 w 43256"/>
              <a:gd name="csY4" fmla="*/ 59 h 47096"/>
              <a:gd name="csX5" fmla="*/ 29869 w 43256"/>
              <a:gd name="csY5" fmla="*/ 2340 h 47096"/>
              <a:gd name="csX6" fmla="*/ 35499 w 43256"/>
              <a:gd name="csY6" fmla="*/ 549 h 47096"/>
              <a:gd name="csX7" fmla="*/ 38354 w 43256"/>
              <a:gd name="csY7" fmla="*/ 5435 h 47096"/>
              <a:gd name="csX8" fmla="*/ 42018 w 43256"/>
              <a:gd name="csY8" fmla="*/ 10177 h 47096"/>
              <a:gd name="csX9" fmla="*/ 41854 w 43256"/>
              <a:gd name="csY9" fmla="*/ 15319 h 47096"/>
              <a:gd name="csX10" fmla="*/ 43052 w 43256"/>
              <a:gd name="csY10" fmla="*/ 23181 h 47096"/>
              <a:gd name="csX11" fmla="*/ 37440 w 43256"/>
              <a:gd name="csY11" fmla="*/ 30063 h 47096"/>
              <a:gd name="csX12" fmla="*/ 35431 w 43256"/>
              <a:gd name="csY12" fmla="*/ 35960 h 47096"/>
              <a:gd name="csX13" fmla="*/ 28591 w 43256"/>
              <a:gd name="csY13" fmla="*/ 36674 h 47096"/>
              <a:gd name="csX14" fmla="*/ 23703 w 43256"/>
              <a:gd name="csY14" fmla="*/ 42965 h 47096"/>
              <a:gd name="csX15" fmla="*/ 16516 w 43256"/>
              <a:gd name="csY15" fmla="*/ 39125 h 47096"/>
              <a:gd name="csX16" fmla="*/ 5840 w 43256"/>
              <a:gd name="csY16" fmla="*/ 35331 h 47096"/>
              <a:gd name="csX17" fmla="*/ 1146 w 43256"/>
              <a:gd name="csY17" fmla="*/ 31109 h 47096"/>
              <a:gd name="csX18" fmla="*/ 2149 w 43256"/>
              <a:gd name="csY18" fmla="*/ 25410 h 47096"/>
              <a:gd name="csX19" fmla="*/ 31 w 43256"/>
              <a:gd name="csY19" fmla="*/ 19563 h 47096"/>
              <a:gd name="csX20" fmla="*/ 3899 w 43256"/>
              <a:gd name="csY20" fmla="*/ 14366 h 47096"/>
              <a:gd name="csX21" fmla="*/ 3936 w 43256"/>
              <a:gd name="csY21" fmla="*/ 14229 h 47096"/>
              <a:gd name="csX0" fmla="*/ 629670 w 1910351"/>
              <a:gd name="csY0" fmla="*/ 904619 h 1221656"/>
              <a:gd name="csX1" fmla="*/ 627117 w 1910351"/>
              <a:gd name="csY1" fmla="*/ 961941 h 1221656"/>
              <a:gd name="csX2" fmla="*/ 574558 w 1910351"/>
              <a:gd name="csY2" fmla="*/ 897475 h 1221656"/>
              <a:gd name="csX3" fmla="*/ 631879 w 1910351"/>
              <a:gd name="csY3" fmla="*/ 992554 h 1221656"/>
              <a:gd name="csX4" fmla="*/ 629670 w 1910351"/>
              <a:gd name="csY4" fmla="*/ 904619 h 1221656"/>
              <a:gd name="csX0" fmla="*/ 572956 w 1910351"/>
              <a:gd name="csY0" fmla="*/ 871153 h 1221656"/>
              <a:gd name="csX1" fmla="*/ 560705 w 1910351"/>
              <a:gd name="csY1" fmla="*/ 907217 h 1221656"/>
              <a:gd name="csX2" fmla="*/ 517498 w 1910351"/>
              <a:gd name="csY2" fmla="*/ 1218816 h 1221656"/>
              <a:gd name="csX3" fmla="*/ 579755 w 1910351"/>
              <a:gd name="csY3" fmla="*/ 1156559 h 1221656"/>
              <a:gd name="csX4" fmla="*/ 572956 w 1910351"/>
              <a:gd name="csY4" fmla="*/ 871153 h 1221656"/>
              <a:gd name="csX0" fmla="*/ 632693 w 1910351"/>
              <a:gd name="csY0" fmla="*/ 1024049 h 1221656"/>
              <a:gd name="csX1" fmla="*/ 627414 w 1910351"/>
              <a:gd name="csY1" fmla="*/ 1034089 h 1221656"/>
              <a:gd name="csX2" fmla="*/ 634042 w 1910351"/>
              <a:gd name="csY2" fmla="*/ 1043099 h 1221656"/>
              <a:gd name="csX3" fmla="*/ 632177 w 1910351"/>
              <a:gd name="csY3" fmla="*/ 1033057 h 1221656"/>
              <a:gd name="csX4" fmla="*/ 632693 w 1910351"/>
              <a:gd name="csY4" fmla="*/ 1024049 h 1221656"/>
              <a:gd name="csX0" fmla="*/ 4729 w 43256"/>
              <a:gd name="csY0" fmla="*/ 26036 h 47096"/>
              <a:gd name="csX1" fmla="*/ 2196 w 43256"/>
              <a:gd name="csY1" fmla="*/ 25239 h 47096"/>
              <a:gd name="csX2" fmla="*/ 6964 w 43256"/>
              <a:gd name="csY2" fmla="*/ 34758 h 47096"/>
              <a:gd name="csX3" fmla="*/ 5856 w 43256"/>
              <a:gd name="csY3" fmla="*/ 35139 h 47096"/>
              <a:gd name="csX4" fmla="*/ 16514 w 43256"/>
              <a:gd name="csY4" fmla="*/ 38949 h 47096"/>
              <a:gd name="csX5" fmla="*/ 15846 w 43256"/>
              <a:gd name="csY5" fmla="*/ 37209 h 47096"/>
              <a:gd name="csX6" fmla="*/ 28863 w 43256"/>
              <a:gd name="csY6" fmla="*/ 34610 h 47096"/>
              <a:gd name="csX7" fmla="*/ 28596 w 43256"/>
              <a:gd name="csY7" fmla="*/ 36519 h 47096"/>
              <a:gd name="csX8" fmla="*/ 34165 w 43256"/>
              <a:gd name="csY8" fmla="*/ 22813 h 47096"/>
              <a:gd name="csX9" fmla="*/ 37416 w 43256"/>
              <a:gd name="csY9" fmla="*/ 29949 h 47096"/>
              <a:gd name="csX10" fmla="*/ 41834 w 43256"/>
              <a:gd name="csY10" fmla="*/ 15213 h 47096"/>
              <a:gd name="csX11" fmla="*/ 40386 w 43256"/>
              <a:gd name="csY11" fmla="*/ 17889 h 47096"/>
              <a:gd name="csX12" fmla="*/ 38360 w 43256"/>
              <a:gd name="csY12" fmla="*/ 5285 h 47096"/>
              <a:gd name="csX13" fmla="*/ 38436 w 43256"/>
              <a:gd name="csY13" fmla="*/ 6549 h 47096"/>
              <a:gd name="csX14" fmla="*/ 29114 w 43256"/>
              <a:gd name="csY14" fmla="*/ 3811 h 47096"/>
              <a:gd name="csX15" fmla="*/ 29856 w 43256"/>
              <a:gd name="csY15" fmla="*/ 2199 h 47096"/>
              <a:gd name="csX16" fmla="*/ 22177 w 43256"/>
              <a:gd name="csY16" fmla="*/ 4579 h 47096"/>
              <a:gd name="csX17" fmla="*/ 22536 w 43256"/>
              <a:gd name="csY17" fmla="*/ 3189 h 47096"/>
              <a:gd name="csX18" fmla="*/ 14036 w 43256"/>
              <a:gd name="csY18" fmla="*/ 5051 h 47096"/>
              <a:gd name="csX19" fmla="*/ 15336 w 43256"/>
              <a:gd name="csY19" fmla="*/ 6399 h 47096"/>
              <a:gd name="csX20" fmla="*/ 4163 w 43256"/>
              <a:gd name="csY20" fmla="*/ 15648 h 47096"/>
              <a:gd name="csX21" fmla="*/ 3936 w 43256"/>
              <a:gd name="csY21" fmla="*/ 14229 h 47096"/>
              <a:gd name="csX0" fmla="*/ 3936 w 43256"/>
              <a:gd name="csY0" fmla="*/ 14229 h 47096"/>
              <a:gd name="csX1" fmla="*/ 5659 w 43256"/>
              <a:gd name="csY1" fmla="*/ 6766 h 47096"/>
              <a:gd name="csX2" fmla="*/ 14041 w 43256"/>
              <a:gd name="csY2" fmla="*/ 5061 h 47096"/>
              <a:gd name="csX3" fmla="*/ 22492 w 43256"/>
              <a:gd name="csY3" fmla="*/ 3291 h 47096"/>
              <a:gd name="csX4" fmla="*/ 25785 w 43256"/>
              <a:gd name="csY4" fmla="*/ 59 h 47096"/>
              <a:gd name="csX5" fmla="*/ 29869 w 43256"/>
              <a:gd name="csY5" fmla="*/ 2340 h 47096"/>
              <a:gd name="csX6" fmla="*/ 35499 w 43256"/>
              <a:gd name="csY6" fmla="*/ 549 h 47096"/>
              <a:gd name="csX7" fmla="*/ 38354 w 43256"/>
              <a:gd name="csY7" fmla="*/ 5435 h 47096"/>
              <a:gd name="csX8" fmla="*/ 42018 w 43256"/>
              <a:gd name="csY8" fmla="*/ 10177 h 47096"/>
              <a:gd name="csX9" fmla="*/ 41854 w 43256"/>
              <a:gd name="csY9" fmla="*/ 15319 h 47096"/>
              <a:gd name="csX10" fmla="*/ 43052 w 43256"/>
              <a:gd name="csY10" fmla="*/ 23181 h 47096"/>
              <a:gd name="csX11" fmla="*/ 37440 w 43256"/>
              <a:gd name="csY11" fmla="*/ 30063 h 47096"/>
              <a:gd name="csX12" fmla="*/ 35431 w 43256"/>
              <a:gd name="csY12" fmla="*/ 35960 h 47096"/>
              <a:gd name="csX13" fmla="*/ 28591 w 43256"/>
              <a:gd name="csY13" fmla="*/ 36674 h 47096"/>
              <a:gd name="csX14" fmla="*/ 23703 w 43256"/>
              <a:gd name="csY14" fmla="*/ 42965 h 47096"/>
              <a:gd name="csX15" fmla="*/ 16516 w 43256"/>
              <a:gd name="csY15" fmla="*/ 39125 h 47096"/>
              <a:gd name="csX16" fmla="*/ 5840 w 43256"/>
              <a:gd name="csY16" fmla="*/ 35331 h 47096"/>
              <a:gd name="csX17" fmla="*/ 1146 w 43256"/>
              <a:gd name="csY17" fmla="*/ 31109 h 47096"/>
              <a:gd name="csX18" fmla="*/ 2149 w 43256"/>
              <a:gd name="csY18" fmla="*/ 25410 h 47096"/>
              <a:gd name="csX19" fmla="*/ 31 w 43256"/>
              <a:gd name="csY19" fmla="*/ 19563 h 47096"/>
              <a:gd name="csX20" fmla="*/ 3899 w 43256"/>
              <a:gd name="csY20" fmla="*/ 14366 h 47096"/>
              <a:gd name="csX21" fmla="*/ 3936 w 43256"/>
              <a:gd name="csY21" fmla="*/ 14229 h 47096"/>
              <a:gd name="csX0" fmla="*/ 629670 w 1910351"/>
              <a:gd name="csY0" fmla="*/ 904619 h 1221656"/>
              <a:gd name="csX1" fmla="*/ 627117 w 1910351"/>
              <a:gd name="csY1" fmla="*/ 961941 h 1221656"/>
              <a:gd name="csX2" fmla="*/ 574558 w 1910351"/>
              <a:gd name="csY2" fmla="*/ 897475 h 1221656"/>
              <a:gd name="csX3" fmla="*/ 631879 w 1910351"/>
              <a:gd name="csY3" fmla="*/ 992554 h 1221656"/>
              <a:gd name="csX4" fmla="*/ 629670 w 1910351"/>
              <a:gd name="csY4" fmla="*/ 904619 h 1221656"/>
              <a:gd name="csX0" fmla="*/ 572956 w 1910351"/>
              <a:gd name="csY0" fmla="*/ 871153 h 1221656"/>
              <a:gd name="csX1" fmla="*/ 560705 w 1910351"/>
              <a:gd name="csY1" fmla="*/ 907217 h 1221656"/>
              <a:gd name="csX2" fmla="*/ 517498 w 1910351"/>
              <a:gd name="csY2" fmla="*/ 1218816 h 1221656"/>
              <a:gd name="csX3" fmla="*/ 579755 w 1910351"/>
              <a:gd name="csY3" fmla="*/ 944627 h 1221656"/>
              <a:gd name="csX4" fmla="*/ 572956 w 1910351"/>
              <a:gd name="csY4" fmla="*/ 871153 h 1221656"/>
              <a:gd name="csX0" fmla="*/ 632693 w 1910351"/>
              <a:gd name="csY0" fmla="*/ 1024049 h 1221656"/>
              <a:gd name="csX1" fmla="*/ 627414 w 1910351"/>
              <a:gd name="csY1" fmla="*/ 1034089 h 1221656"/>
              <a:gd name="csX2" fmla="*/ 634042 w 1910351"/>
              <a:gd name="csY2" fmla="*/ 1043099 h 1221656"/>
              <a:gd name="csX3" fmla="*/ 632177 w 1910351"/>
              <a:gd name="csY3" fmla="*/ 1033057 h 1221656"/>
              <a:gd name="csX4" fmla="*/ 632693 w 1910351"/>
              <a:gd name="csY4" fmla="*/ 1024049 h 1221656"/>
              <a:gd name="csX0" fmla="*/ 4729 w 43256"/>
              <a:gd name="csY0" fmla="*/ 26036 h 47096"/>
              <a:gd name="csX1" fmla="*/ 2196 w 43256"/>
              <a:gd name="csY1" fmla="*/ 25239 h 47096"/>
              <a:gd name="csX2" fmla="*/ 6964 w 43256"/>
              <a:gd name="csY2" fmla="*/ 34758 h 47096"/>
              <a:gd name="csX3" fmla="*/ 5856 w 43256"/>
              <a:gd name="csY3" fmla="*/ 35139 h 47096"/>
              <a:gd name="csX4" fmla="*/ 16514 w 43256"/>
              <a:gd name="csY4" fmla="*/ 38949 h 47096"/>
              <a:gd name="csX5" fmla="*/ 15846 w 43256"/>
              <a:gd name="csY5" fmla="*/ 37209 h 47096"/>
              <a:gd name="csX6" fmla="*/ 28863 w 43256"/>
              <a:gd name="csY6" fmla="*/ 34610 h 47096"/>
              <a:gd name="csX7" fmla="*/ 28596 w 43256"/>
              <a:gd name="csY7" fmla="*/ 36519 h 47096"/>
              <a:gd name="csX8" fmla="*/ 34165 w 43256"/>
              <a:gd name="csY8" fmla="*/ 22813 h 47096"/>
              <a:gd name="csX9" fmla="*/ 37416 w 43256"/>
              <a:gd name="csY9" fmla="*/ 29949 h 47096"/>
              <a:gd name="csX10" fmla="*/ 41834 w 43256"/>
              <a:gd name="csY10" fmla="*/ 15213 h 47096"/>
              <a:gd name="csX11" fmla="*/ 40386 w 43256"/>
              <a:gd name="csY11" fmla="*/ 17889 h 47096"/>
              <a:gd name="csX12" fmla="*/ 38360 w 43256"/>
              <a:gd name="csY12" fmla="*/ 5285 h 47096"/>
              <a:gd name="csX13" fmla="*/ 38436 w 43256"/>
              <a:gd name="csY13" fmla="*/ 6549 h 47096"/>
              <a:gd name="csX14" fmla="*/ 29114 w 43256"/>
              <a:gd name="csY14" fmla="*/ 3811 h 47096"/>
              <a:gd name="csX15" fmla="*/ 29856 w 43256"/>
              <a:gd name="csY15" fmla="*/ 2199 h 47096"/>
              <a:gd name="csX16" fmla="*/ 22177 w 43256"/>
              <a:gd name="csY16" fmla="*/ 4579 h 47096"/>
              <a:gd name="csX17" fmla="*/ 22536 w 43256"/>
              <a:gd name="csY17" fmla="*/ 3189 h 47096"/>
              <a:gd name="csX18" fmla="*/ 14036 w 43256"/>
              <a:gd name="csY18" fmla="*/ 5051 h 47096"/>
              <a:gd name="csX19" fmla="*/ 15336 w 43256"/>
              <a:gd name="csY19" fmla="*/ 6399 h 47096"/>
              <a:gd name="csX20" fmla="*/ 4163 w 43256"/>
              <a:gd name="csY20" fmla="*/ 15648 h 47096"/>
              <a:gd name="csX21" fmla="*/ 3936 w 43256"/>
              <a:gd name="csY21" fmla="*/ 14229 h 47096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31879 w 1910351"/>
              <a:gd name="csY3" fmla="*/ 992554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32693 w 1910351"/>
              <a:gd name="csY0" fmla="*/ 1024049 h 1121088"/>
              <a:gd name="csX1" fmla="*/ 627414 w 1910351"/>
              <a:gd name="csY1" fmla="*/ 1034089 h 1121088"/>
              <a:gd name="csX2" fmla="*/ 634042 w 1910351"/>
              <a:gd name="csY2" fmla="*/ 1043099 h 1121088"/>
              <a:gd name="csX3" fmla="*/ 632177 w 1910351"/>
              <a:gd name="csY3" fmla="*/ 1033057 h 1121088"/>
              <a:gd name="csX4" fmla="*/ 632693 w 1910351"/>
              <a:gd name="csY4" fmla="*/ 1024049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31879 w 1910351"/>
              <a:gd name="csY3" fmla="*/ 992554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32693 w 1910351"/>
              <a:gd name="csY0" fmla="*/ 1024049 h 1121088"/>
              <a:gd name="csX1" fmla="*/ 627414 w 1910351"/>
              <a:gd name="csY1" fmla="*/ 1034089 h 1121088"/>
              <a:gd name="csX2" fmla="*/ 588430 w 1910351"/>
              <a:gd name="csY2" fmla="*/ 979411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32693 w 1910351"/>
              <a:gd name="csY5" fmla="*/ 1024049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31879 w 1910351"/>
              <a:gd name="csY3" fmla="*/ 992554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32693 w 1910351"/>
              <a:gd name="csY0" fmla="*/ 1024049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32693 w 1910351"/>
              <a:gd name="csY5" fmla="*/ 1024049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31879 w 1910351"/>
              <a:gd name="csY3" fmla="*/ 992554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35074 w 1910351"/>
              <a:gd name="csY0" fmla="*/ 1043099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35074 w 1910351"/>
              <a:gd name="csY5" fmla="*/ 1043099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31879 w 1910351"/>
              <a:gd name="csY3" fmla="*/ 992554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627117 w 1910351"/>
              <a:gd name="csY1" fmla="*/ 961941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629670 w 1910351"/>
              <a:gd name="csY0" fmla="*/ 904619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629670 w 1910351"/>
              <a:gd name="csY4" fmla="*/ 904619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527023 w 1910351"/>
              <a:gd name="csY2" fmla="*/ 942591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386529 w 1910351"/>
              <a:gd name="csY2" fmla="*/ 1011647 h 1121088"/>
              <a:gd name="csX3" fmla="*/ 579755 w 1910351"/>
              <a:gd name="csY3" fmla="*/ 944627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386529 w 1910351"/>
              <a:gd name="csY2" fmla="*/ 1011647 h 1121088"/>
              <a:gd name="csX3" fmla="*/ 622617 w 1910351"/>
              <a:gd name="csY3" fmla="*/ 1054164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560705 w 1910351"/>
              <a:gd name="csY1" fmla="*/ 907217 h 1121088"/>
              <a:gd name="csX2" fmla="*/ 441298 w 1910351"/>
              <a:gd name="csY2" fmla="*/ 1037840 h 1121088"/>
              <a:gd name="csX3" fmla="*/ 622617 w 1910351"/>
              <a:gd name="csY3" fmla="*/ 1054164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74558 w 1910351"/>
              <a:gd name="csY2" fmla="*/ 897475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665480 w 1910351"/>
              <a:gd name="csY1" fmla="*/ 1033423 h 1121088"/>
              <a:gd name="csX2" fmla="*/ 441298 w 1910351"/>
              <a:gd name="csY2" fmla="*/ 1037840 h 1121088"/>
              <a:gd name="csX3" fmla="*/ 622617 w 1910351"/>
              <a:gd name="csY3" fmla="*/ 1054164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48364 w 1910351"/>
              <a:gd name="csY2" fmla="*/ 1057018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572956 w 1910351"/>
              <a:gd name="csY0" fmla="*/ 871153 h 1121088"/>
              <a:gd name="csX1" fmla="*/ 665480 w 1910351"/>
              <a:gd name="csY1" fmla="*/ 1033423 h 1121088"/>
              <a:gd name="csX2" fmla="*/ 441298 w 1910351"/>
              <a:gd name="csY2" fmla="*/ 1037840 h 1121088"/>
              <a:gd name="csX3" fmla="*/ 622617 w 1910351"/>
              <a:gd name="csY3" fmla="*/ 1054164 h 1121088"/>
              <a:gd name="csX4" fmla="*/ 572956 w 1910351"/>
              <a:gd name="csY4" fmla="*/ 871153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  <a:gd name="csX0" fmla="*/ 3936 w 43256"/>
              <a:gd name="csY0" fmla="*/ 14229 h 43219"/>
              <a:gd name="csX1" fmla="*/ 5659 w 43256"/>
              <a:gd name="csY1" fmla="*/ 6766 h 43219"/>
              <a:gd name="csX2" fmla="*/ 14041 w 43256"/>
              <a:gd name="csY2" fmla="*/ 5061 h 43219"/>
              <a:gd name="csX3" fmla="*/ 22492 w 43256"/>
              <a:gd name="csY3" fmla="*/ 3291 h 43219"/>
              <a:gd name="csX4" fmla="*/ 25785 w 43256"/>
              <a:gd name="csY4" fmla="*/ 59 h 43219"/>
              <a:gd name="csX5" fmla="*/ 29869 w 43256"/>
              <a:gd name="csY5" fmla="*/ 2340 h 43219"/>
              <a:gd name="csX6" fmla="*/ 35499 w 43256"/>
              <a:gd name="csY6" fmla="*/ 549 h 43219"/>
              <a:gd name="csX7" fmla="*/ 38354 w 43256"/>
              <a:gd name="csY7" fmla="*/ 5435 h 43219"/>
              <a:gd name="csX8" fmla="*/ 42018 w 43256"/>
              <a:gd name="csY8" fmla="*/ 10177 h 43219"/>
              <a:gd name="csX9" fmla="*/ 41854 w 43256"/>
              <a:gd name="csY9" fmla="*/ 15319 h 43219"/>
              <a:gd name="csX10" fmla="*/ 43052 w 43256"/>
              <a:gd name="csY10" fmla="*/ 23181 h 43219"/>
              <a:gd name="csX11" fmla="*/ 37440 w 43256"/>
              <a:gd name="csY11" fmla="*/ 30063 h 43219"/>
              <a:gd name="csX12" fmla="*/ 35431 w 43256"/>
              <a:gd name="csY12" fmla="*/ 35960 h 43219"/>
              <a:gd name="csX13" fmla="*/ 28591 w 43256"/>
              <a:gd name="csY13" fmla="*/ 36674 h 43219"/>
              <a:gd name="csX14" fmla="*/ 23703 w 43256"/>
              <a:gd name="csY14" fmla="*/ 42965 h 43219"/>
              <a:gd name="csX15" fmla="*/ 16516 w 43256"/>
              <a:gd name="csY15" fmla="*/ 39125 h 43219"/>
              <a:gd name="csX16" fmla="*/ 5840 w 43256"/>
              <a:gd name="csY16" fmla="*/ 35331 h 43219"/>
              <a:gd name="csX17" fmla="*/ 1146 w 43256"/>
              <a:gd name="csY17" fmla="*/ 31109 h 43219"/>
              <a:gd name="csX18" fmla="*/ 2149 w 43256"/>
              <a:gd name="csY18" fmla="*/ 25410 h 43219"/>
              <a:gd name="csX19" fmla="*/ 31 w 43256"/>
              <a:gd name="csY19" fmla="*/ 19563 h 43219"/>
              <a:gd name="csX20" fmla="*/ 3899 w 43256"/>
              <a:gd name="csY20" fmla="*/ 14366 h 43219"/>
              <a:gd name="csX21" fmla="*/ 3936 w 43256"/>
              <a:gd name="csY21" fmla="*/ 14229 h 43219"/>
              <a:gd name="csX0" fmla="*/ 562995 w 1910351"/>
              <a:gd name="csY0" fmla="*/ 1045112 h 1121088"/>
              <a:gd name="csX1" fmla="*/ 474717 w 1910351"/>
              <a:gd name="csY1" fmla="*/ 1042903 h 1121088"/>
              <a:gd name="csX2" fmla="*/ 548364 w 1910351"/>
              <a:gd name="csY2" fmla="*/ 1057018 h 1121088"/>
              <a:gd name="csX3" fmla="*/ 648548 w 1910351"/>
              <a:gd name="csY3" fmla="*/ 1035416 h 1121088"/>
              <a:gd name="csX4" fmla="*/ 562995 w 1910351"/>
              <a:gd name="csY4" fmla="*/ 1045112 h 1121088"/>
              <a:gd name="csX0" fmla="*/ 461038 w 1910351"/>
              <a:gd name="csY0" fmla="*/ 1044984 h 1121088"/>
              <a:gd name="csX1" fmla="*/ 665480 w 1910351"/>
              <a:gd name="csY1" fmla="*/ 1033423 h 1121088"/>
              <a:gd name="csX2" fmla="*/ 441298 w 1910351"/>
              <a:gd name="csY2" fmla="*/ 1037840 h 1121088"/>
              <a:gd name="csX3" fmla="*/ 622617 w 1910351"/>
              <a:gd name="csY3" fmla="*/ 1054164 h 1121088"/>
              <a:gd name="csX4" fmla="*/ 461038 w 1910351"/>
              <a:gd name="csY4" fmla="*/ 1044984 h 1121088"/>
              <a:gd name="csX0" fmla="*/ 644599 w 1910351"/>
              <a:gd name="csY0" fmla="*/ 1057386 h 1121088"/>
              <a:gd name="csX1" fmla="*/ 627414 w 1910351"/>
              <a:gd name="csY1" fmla="*/ 1034089 h 1121088"/>
              <a:gd name="csX2" fmla="*/ 559855 w 1910351"/>
              <a:gd name="csY2" fmla="*/ 1053230 h 1121088"/>
              <a:gd name="csX3" fmla="*/ 634042 w 1910351"/>
              <a:gd name="csY3" fmla="*/ 1043099 h 1121088"/>
              <a:gd name="csX4" fmla="*/ 632177 w 1910351"/>
              <a:gd name="csY4" fmla="*/ 1033057 h 1121088"/>
              <a:gd name="csX5" fmla="*/ 644599 w 1910351"/>
              <a:gd name="csY5" fmla="*/ 1057386 h 1121088"/>
              <a:gd name="csX0" fmla="*/ 4729 w 43256"/>
              <a:gd name="csY0" fmla="*/ 26036 h 43219"/>
              <a:gd name="csX1" fmla="*/ 2196 w 43256"/>
              <a:gd name="csY1" fmla="*/ 25239 h 43219"/>
              <a:gd name="csX2" fmla="*/ 6964 w 43256"/>
              <a:gd name="csY2" fmla="*/ 34758 h 43219"/>
              <a:gd name="csX3" fmla="*/ 5856 w 43256"/>
              <a:gd name="csY3" fmla="*/ 35139 h 43219"/>
              <a:gd name="csX4" fmla="*/ 16514 w 43256"/>
              <a:gd name="csY4" fmla="*/ 38949 h 43219"/>
              <a:gd name="csX5" fmla="*/ 15846 w 43256"/>
              <a:gd name="csY5" fmla="*/ 37209 h 43219"/>
              <a:gd name="csX6" fmla="*/ 28863 w 43256"/>
              <a:gd name="csY6" fmla="*/ 34610 h 43219"/>
              <a:gd name="csX7" fmla="*/ 28596 w 43256"/>
              <a:gd name="csY7" fmla="*/ 36519 h 43219"/>
              <a:gd name="csX8" fmla="*/ 34165 w 43256"/>
              <a:gd name="csY8" fmla="*/ 22813 h 43219"/>
              <a:gd name="csX9" fmla="*/ 37416 w 43256"/>
              <a:gd name="csY9" fmla="*/ 29949 h 43219"/>
              <a:gd name="csX10" fmla="*/ 41834 w 43256"/>
              <a:gd name="csY10" fmla="*/ 15213 h 43219"/>
              <a:gd name="csX11" fmla="*/ 40386 w 43256"/>
              <a:gd name="csY11" fmla="*/ 17889 h 43219"/>
              <a:gd name="csX12" fmla="*/ 38360 w 43256"/>
              <a:gd name="csY12" fmla="*/ 5285 h 43219"/>
              <a:gd name="csX13" fmla="*/ 38436 w 43256"/>
              <a:gd name="csY13" fmla="*/ 6549 h 43219"/>
              <a:gd name="csX14" fmla="*/ 29114 w 43256"/>
              <a:gd name="csY14" fmla="*/ 3811 h 43219"/>
              <a:gd name="csX15" fmla="*/ 29856 w 43256"/>
              <a:gd name="csY15" fmla="*/ 2199 h 43219"/>
              <a:gd name="csX16" fmla="*/ 22177 w 43256"/>
              <a:gd name="csY16" fmla="*/ 4579 h 43219"/>
              <a:gd name="csX17" fmla="*/ 22536 w 43256"/>
              <a:gd name="csY17" fmla="*/ 3189 h 43219"/>
              <a:gd name="csX18" fmla="*/ 14036 w 43256"/>
              <a:gd name="csY18" fmla="*/ 5051 h 43219"/>
              <a:gd name="csX19" fmla="*/ 15336 w 43256"/>
              <a:gd name="csY19" fmla="*/ 6399 h 43219"/>
              <a:gd name="csX20" fmla="*/ 4163 w 43256"/>
              <a:gd name="csY20" fmla="*/ 15648 h 43219"/>
              <a:gd name="csX21" fmla="*/ 3936 w 43256"/>
              <a:gd name="csY21" fmla="*/ 14229 h 43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3256" h="43219">
                <a:moveTo>
                  <a:pt x="3936" y="14229"/>
                </a:moveTo>
                <a:cubicBezTo>
                  <a:pt x="3665" y="11516"/>
                  <a:pt x="4297" y="8780"/>
                  <a:pt x="5659" y="6766"/>
                </a:cubicBezTo>
                <a:cubicBezTo>
                  <a:pt x="7811" y="3585"/>
                  <a:pt x="11300" y="2876"/>
                  <a:pt x="14041" y="5061"/>
                </a:cubicBezTo>
                <a:cubicBezTo>
                  <a:pt x="15714" y="768"/>
                  <a:pt x="19950" y="-119"/>
                  <a:pt x="22492" y="3291"/>
                </a:cubicBezTo>
                <a:cubicBezTo>
                  <a:pt x="23133" y="1542"/>
                  <a:pt x="24364" y="333"/>
                  <a:pt x="25785" y="59"/>
                </a:cubicBezTo>
                <a:cubicBezTo>
                  <a:pt x="27349" y="-243"/>
                  <a:pt x="28911" y="629"/>
                  <a:pt x="29869" y="2340"/>
                </a:cubicBezTo>
                <a:cubicBezTo>
                  <a:pt x="31251" y="126"/>
                  <a:pt x="33537" y="-601"/>
                  <a:pt x="35499" y="549"/>
                </a:cubicBezTo>
                <a:cubicBezTo>
                  <a:pt x="36994" y="1425"/>
                  <a:pt x="38066" y="3259"/>
                  <a:pt x="38354" y="5435"/>
                </a:cubicBezTo>
                <a:cubicBezTo>
                  <a:pt x="40082" y="6077"/>
                  <a:pt x="41458" y="7857"/>
                  <a:pt x="42018" y="10177"/>
                </a:cubicBezTo>
                <a:cubicBezTo>
                  <a:pt x="42425" y="11861"/>
                  <a:pt x="42367" y="13690"/>
                  <a:pt x="41854" y="15319"/>
                </a:cubicBezTo>
                <a:cubicBezTo>
                  <a:pt x="43115" y="17553"/>
                  <a:pt x="43556" y="20449"/>
                  <a:pt x="43052" y="23181"/>
                </a:cubicBezTo>
                <a:cubicBezTo>
                  <a:pt x="42382" y="26813"/>
                  <a:pt x="40164" y="29533"/>
                  <a:pt x="37440" y="30063"/>
                </a:cubicBezTo>
                <a:cubicBezTo>
                  <a:pt x="37427" y="32330"/>
                  <a:pt x="36694" y="34480"/>
                  <a:pt x="35431" y="35960"/>
                </a:cubicBezTo>
                <a:cubicBezTo>
                  <a:pt x="33512" y="38209"/>
                  <a:pt x="30740" y="38498"/>
                  <a:pt x="28591" y="36674"/>
                </a:cubicBezTo>
                <a:cubicBezTo>
                  <a:pt x="27896" y="39807"/>
                  <a:pt x="26035" y="42202"/>
                  <a:pt x="23703" y="42965"/>
                </a:cubicBezTo>
                <a:cubicBezTo>
                  <a:pt x="20955" y="43864"/>
                  <a:pt x="18087" y="42332"/>
                  <a:pt x="16516" y="39125"/>
                </a:cubicBezTo>
                <a:cubicBezTo>
                  <a:pt x="12808" y="42169"/>
                  <a:pt x="7992" y="40458"/>
                  <a:pt x="5840" y="35331"/>
                </a:cubicBezTo>
                <a:cubicBezTo>
                  <a:pt x="3726" y="35668"/>
                  <a:pt x="1741" y="33883"/>
                  <a:pt x="1146" y="31109"/>
                </a:cubicBezTo>
                <a:cubicBezTo>
                  <a:pt x="715" y="29102"/>
                  <a:pt x="1096" y="26936"/>
                  <a:pt x="2149" y="25410"/>
                </a:cubicBezTo>
                <a:cubicBezTo>
                  <a:pt x="655" y="24213"/>
                  <a:pt x="-177" y="21916"/>
                  <a:pt x="31" y="19563"/>
                </a:cubicBezTo>
                <a:cubicBezTo>
                  <a:pt x="275" y="16808"/>
                  <a:pt x="1881" y="14650"/>
                  <a:pt x="3899" y="14366"/>
                </a:cubicBezTo>
                <a:cubicBezTo>
                  <a:pt x="3911" y="14320"/>
                  <a:pt x="3924" y="14275"/>
                  <a:pt x="3936" y="14229"/>
                </a:cubicBezTo>
                <a:close/>
              </a:path>
              <a:path w="1910351" h="1121088">
                <a:moveTo>
                  <a:pt x="562995" y="1045112"/>
                </a:moveTo>
                <a:cubicBezTo>
                  <a:pt x="534023" y="1046360"/>
                  <a:pt x="477155" y="1040919"/>
                  <a:pt x="474717" y="1042903"/>
                </a:cubicBezTo>
                <a:cubicBezTo>
                  <a:pt x="472279" y="1044887"/>
                  <a:pt x="548364" y="1074210"/>
                  <a:pt x="548364" y="1057018"/>
                </a:cubicBezTo>
                <a:cubicBezTo>
                  <a:pt x="548364" y="1039826"/>
                  <a:pt x="646110" y="1037400"/>
                  <a:pt x="648548" y="1035416"/>
                </a:cubicBezTo>
                <a:cubicBezTo>
                  <a:pt x="650986" y="1033432"/>
                  <a:pt x="591967" y="1043864"/>
                  <a:pt x="562995" y="1045112"/>
                </a:cubicBezTo>
                <a:close/>
              </a:path>
              <a:path w="1910351" h="1121088">
                <a:moveTo>
                  <a:pt x="461038" y="1044984"/>
                </a:moveTo>
                <a:cubicBezTo>
                  <a:pt x="468182" y="1041527"/>
                  <a:pt x="668770" y="1034614"/>
                  <a:pt x="665480" y="1033423"/>
                </a:cubicBezTo>
                <a:cubicBezTo>
                  <a:pt x="662190" y="1032232"/>
                  <a:pt x="441298" y="1072224"/>
                  <a:pt x="441298" y="1037840"/>
                </a:cubicBezTo>
                <a:cubicBezTo>
                  <a:pt x="441298" y="1003456"/>
                  <a:pt x="619327" y="1052973"/>
                  <a:pt x="622617" y="1054164"/>
                </a:cubicBezTo>
                <a:cubicBezTo>
                  <a:pt x="625907" y="1055355"/>
                  <a:pt x="453894" y="1048441"/>
                  <a:pt x="461038" y="1044984"/>
                </a:cubicBezTo>
                <a:close/>
              </a:path>
              <a:path w="1910351" h="1121088">
                <a:moveTo>
                  <a:pt x="644599" y="1057386"/>
                </a:moveTo>
                <a:cubicBezTo>
                  <a:pt x="643805" y="1057558"/>
                  <a:pt x="641538" y="1034782"/>
                  <a:pt x="627414" y="1034089"/>
                </a:cubicBezTo>
                <a:cubicBezTo>
                  <a:pt x="613290" y="1033396"/>
                  <a:pt x="558750" y="1051728"/>
                  <a:pt x="559855" y="1053230"/>
                </a:cubicBezTo>
                <a:cubicBezTo>
                  <a:pt x="560960" y="1054732"/>
                  <a:pt x="634291" y="1047652"/>
                  <a:pt x="634042" y="1043099"/>
                </a:cubicBezTo>
                <a:cubicBezTo>
                  <a:pt x="633793" y="1038546"/>
                  <a:pt x="630418" y="1030676"/>
                  <a:pt x="632177" y="1033057"/>
                </a:cubicBezTo>
                <a:cubicBezTo>
                  <a:pt x="633937" y="1035438"/>
                  <a:pt x="645393" y="1057214"/>
                  <a:pt x="644599" y="1057386"/>
                </a:cubicBezTo>
                <a:close/>
              </a:path>
              <a:path w="43256" h="43219" fill="none" extrusionOk="0">
                <a:moveTo>
                  <a:pt x="4729" y="26036"/>
                </a:moveTo>
                <a:cubicBezTo>
                  <a:pt x="3845" y="26130"/>
                  <a:pt x="2961" y="25852"/>
                  <a:pt x="2196" y="25239"/>
                </a:cubicBezTo>
                <a:moveTo>
                  <a:pt x="6964" y="34758"/>
                </a:moveTo>
                <a:cubicBezTo>
                  <a:pt x="6609" y="34951"/>
                  <a:pt x="6236" y="35079"/>
                  <a:pt x="5856" y="35139"/>
                </a:cubicBezTo>
                <a:moveTo>
                  <a:pt x="16514" y="38949"/>
                </a:moveTo>
                <a:cubicBezTo>
                  <a:pt x="16247" y="38403"/>
                  <a:pt x="16023" y="37820"/>
                  <a:pt x="15846" y="37209"/>
                </a:cubicBezTo>
                <a:moveTo>
                  <a:pt x="28863" y="34610"/>
                </a:moveTo>
                <a:cubicBezTo>
                  <a:pt x="28824" y="35257"/>
                  <a:pt x="28734" y="35897"/>
                  <a:pt x="28596" y="36519"/>
                </a:cubicBezTo>
                <a:moveTo>
                  <a:pt x="34165" y="22813"/>
                </a:moveTo>
                <a:cubicBezTo>
                  <a:pt x="36169" y="24141"/>
                  <a:pt x="37434" y="26917"/>
                  <a:pt x="37416" y="29949"/>
                </a:cubicBezTo>
                <a:moveTo>
                  <a:pt x="41834" y="15213"/>
                </a:moveTo>
                <a:cubicBezTo>
                  <a:pt x="41509" y="16245"/>
                  <a:pt x="41014" y="17161"/>
                  <a:pt x="40386" y="17889"/>
                </a:cubicBezTo>
                <a:moveTo>
                  <a:pt x="38360" y="5285"/>
                </a:moveTo>
                <a:cubicBezTo>
                  <a:pt x="38415" y="5702"/>
                  <a:pt x="38441" y="6125"/>
                  <a:pt x="38436" y="6549"/>
                </a:cubicBezTo>
                <a:moveTo>
                  <a:pt x="29114" y="3811"/>
                </a:moveTo>
                <a:cubicBezTo>
                  <a:pt x="29303" y="3228"/>
                  <a:pt x="29552" y="2685"/>
                  <a:pt x="29856" y="2199"/>
                </a:cubicBezTo>
                <a:moveTo>
                  <a:pt x="22177" y="4579"/>
                </a:moveTo>
                <a:cubicBezTo>
                  <a:pt x="22254" y="4097"/>
                  <a:pt x="22375" y="3630"/>
                  <a:pt x="22536" y="3189"/>
                </a:cubicBezTo>
                <a:moveTo>
                  <a:pt x="14036" y="5051"/>
                </a:moveTo>
                <a:cubicBezTo>
                  <a:pt x="14508" y="5427"/>
                  <a:pt x="14944" y="5880"/>
                  <a:pt x="15336" y="6399"/>
                </a:cubicBezTo>
                <a:moveTo>
                  <a:pt x="4163" y="15648"/>
                </a:moveTo>
                <a:cubicBezTo>
                  <a:pt x="4060" y="15184"/>
                  <a:pt x="3984" y="14710"/>
                  <a:pt x="3936" y="14229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Channel</a:t>
            </a:r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059DF101-545F-9790-CB58-2C84F3F0A60C}"/>
              </a:ext>
            </a:extLst>
          </p:cNvPr>
          <p:cNvCxnSpPr>
            <a:cxnSpLocks/>
          </p:cNvCxnSpPr>
          <p:nvPr/>
        </p:nvCxnSpPr>
        <p:spPr>
          <a:xfrm>
            <a:off x="8439150" y="1862006"/>
            <a:ext cx="905757" cy="560312"/>
          </a:xfrm>
          <a:prstGeom prst="curvedConnector3">
            <a:avLst>
              <a:gd name="adj1" fmla="val 6892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FF984F71-1E25-F11D-94F9-454440720A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681189" y="4041126"/>
            <a:ext cx="905757" cy="536809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409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hlinkClick r:id="rId3" action="ppaction://hlinksldjump"/>
            <a:extLst>
              <a:ext uri="{FF2B5EF4-FFF2-40B4-BE49-F238E27FC236}">
                <a16:creationId xmlns:a16="http://schemas.microsoft.com/office/drawing/2014/main" id="{5CA24B1B-51C4-2209-442C-CC409A0AC272}"/>
              </a:ext>
            </a:extLst>
          </p:cNvPr>
          <p:cNvSpPr/>
          <p:nvPr/>
        </p:nvSpPr>
        <p:spPr>
          <a:xfrm>
            <a:off x="3243289" y="3589291"/>
            <a:ext cx="2068828" cy="20935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hlinkClick r:id="rId4" action="ppaction://hlinksldjump"/>
            <a:extLst>
              <a:ext uri="{FF2B5EF4-FFF2-40B4-BE49-F238E27FC236}">
                <a16:creationId xmlns:a16="http://schemas.microsoft.com/office/drawing/2014/main" id="{F2757085-0F9E-A9D9-4853-BAE180779035}"/>
              </a:ext>
            </a:extLst>
          </p:cNvPr>
          <p:cNvSpPr/>
          <p:nvPr/>
        </p:nvSpPr>
        <p:spPr>
          <a:xfrm>
            <a:off x="3232581" y="1005059"/>
            <a:ext cx="2068828" cy="20935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35D82D-E298-8213-533D-43764A74C316}"/>
              </a:ext>
            </a:extLst>
          </p:cNvPr>
          <p:cNvSpPr txBox="1"/>
          <p:nvPr/>
        </p:nvSpPr>
        <p:spPr>
          <a:xfrm>
            <a:off x="4596775" y="137486"/>
            <a:ext cx="29984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Enc - Dec diagram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2321F9-5F0D-7EC3-BC0A-294C945EFB8B}"/>
              </a:ext>
            </a:extLst>
          </p:cNvPr>
          <p:cNvSpPr/>
          <p:nvPr/>
        </p:nvSpPr>
        <p:spPr>
          <a:xfrm>
            <a:off x="3232581" y="1005059"/>
            <a:ext cx="2068830" cy="207420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B54D9-936A-5D4E-0DA3-3FE4C7F126C5}"/>
              </a:ext>
            </a:extLst>
          </p:cNvPr>
          <p:cNvSpPr txBox="1"/>
          <p:nvPr/>
        </p:nvSpPr>
        <p:spPr>
          <a:xfrm>
            <a:off x="3333168" y="1780550"/>
            <a:ext cx="1857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Encryption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19B95E2-90C5-923B-C3D9-5A44F178FEA5}"/>
              </a:ext>
            </a:extLst>
          </p:cNvPr>
          <p:cNvCxnSpPr>
            <a:cxnSpLocks/>
          </p:cNvCxnSpPr>
          <p:nvPr/>
        </p:nvCxnSpPr>
        <p:spPr>
          <a:xfrm>
            <a:off x="1447517" y="2219961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779A756-B871-79C1-6738-3647785CAE0A}"/>
              </a:ext>
            </a:extLst>
          </p:cNvPr>
          <p:cNvSpPr txBox="1"/>
          <p:nvPr/>
        </p:nvSpPr>
        <p:spPr>
          <a:xfrm>
            <a:off x="947727" y="2008648"/>
            <a:ext cx="42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C95D95-A434-3782-33B9-E9C06157733E}"/>
              </a:ext>
            </a:extLst>
          </p:cNvPr>
          <p:cNvCxnSpPr>
            <a:cxnSpLocks/>
          </p:cNvCxnSpPr>
          <p:nvPr/>
        </p:nvCxnSpPr>
        <p:spPr>
          <a:xfrm flipH="1">
            <a:off x="2253599" y="215909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20B67FC-12B0-9892-E497-58DEACF93BD2}"/>
              </a:ext>
            </a:extLst>
          </p:cNvPr>
          <p:cNvSpPr txBox="1"/>
          <p:nvPr/>
        </p:nvSpPr>
        <p:spPr>
          <a:xfrm>
            <a:off x="2024499" y="1857194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BBEB8F4-3B58-089A-B72E-40E2A54A13F1}"/>
              </a:ext>
            </a:extLst>
          </p:cNvPr>
          <p:cNvSpPr/>
          <p:nvPr/>
        </p:nvSpPr>
        <p:spPr>
          <a:xfrm>
            <a:off x="3243289" y="3589291"/>
            <a:ext cx="2068830" cy="207420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D74DE4-1AF4-50DD-A931-7E94D6404F30}"/>
              </a:ext>
            </a:extLst>
          </p:cNvPr>
          <p:cNvSpPr txBox="1"/>
          <p:nvPr/>
        </p:nvSpPr>
        <p:spPr>
          <a:xfrm>
            <a:off x="7182497" y="4426948"/>
            <a:ext cx="42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699EED-5BB3-A69D-1BB4-E2A602BE7FE3}"/>
              </a:ext>
            </a:extLst>
          </p:cNvPr>
          <p:cNvSpPr txBox="1"/>
          <p:nvPr/>
        </p:nvSpPr>
        <p:spPr>
          <a:xfrm>
            <a:off x="3343876" y="4364782"/>
            <a:ext cx="1895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Decryption</a:t>
            </a:r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A3551D-E303-1FC0-DB20-AA35EBA38C3F}"/>
              </a:ext>
            </a:extLst>
          </p:cNvPr>
          <p:cNvSpPr txBox="1"/>
          <p:nvPr/>
        </p:nvSpPr>
        <p:spPr>
          <a:xfrm>
            <a:off x="7126113" y="1834737"/>
            <a:ext cx="451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7BA7CA5-9324-4AD3-88D6-F2CE657CFB8B}"/>
              </a:ext>
            </a:extLst>
          </p:cNvPr>
          <p:cNvCxnSpPr>
            <a:cxnSpLocks/>
          </p:cNvCxnSpPr>
          <p:nvPr/>
        </p:nvCxnSpPr>
        <p:spPr>
          <a:xfrm>
            <a:off x="5312117" y="2065021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02B98EC-94E7-3637-9775-F23F1BEA062E}"/>
              </a:ext>
            </a:extLst>
          </p:cNvPr>
          <p:cNvCxnSpPr>
            <a:cxnSpLocks/>
          </p:cNvCxnSpPr>
          <p:nvPr/>
        </p:nvCxnSpPr>
        <p:spPr>
          <a:xfrm flipH="1">
            <a:off x="6118199" y="200415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564BBD-3806-8AB7-1958-A181BFB771AA}"/>
              </a:ext>
            </a:extLst>
          </p:cNvPr>
          <p:cNvSpPr txBox="1"/>
          <p:nvPr/>
        </p:nvSpPr>
        <p:spPr>
          <a:xfrm>
            <a:off x="5889099" y="1702254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52B467-8CB1-78A7-D47B-C2DDF717D0E0}"/>
              </a:ext>
            </a:extLst>
          </p:cNvPr>
          <p:cNvCxnSpPr>
            <a:cxnSpLocks/>
          </p:cNvCxnSpPr>
          <p:nvPr/>
        </p:nvCxnSpPr>
        <p:spPr>
          <a:xfrm>
            <a:off x="5336366" y="4630053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31CB81-32F2-F097-F1B0-2A36C2845BDC}"/>
              </a:ext>
            </a:extLst>
          </p:cNvPr>
          <p:cNvCxnSpPr>
            <a:cxnSpLocks/>
          </p:cNvCxnSpPr>
          <p:nvPr/>
        </p:nvCxnSpPr>
        <p:spPr>
          <a:xfrm flipH="1">
            <a:off x="6142448" y="4569190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5A8C2B1-9C10-1545-6F88-9985CC1C76CB}"/>
              </a:ext>
            </a:extLst>
          </p:cNvPr>
          <p:cNvSpPr txBox="1"/>
          <p:nvPr/>
        </p:nvSpPr>
        <p:spPr>
          <a:xfrm>
            <a:off x="5913348" y="4267286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81747C-83D5-1A1C-8000-FA899D7F031B}"/>
              </a:ext>
            </a:extLst>
          </p:cNvPr>
          <p:cNvSpPr txBox="1"/>
          <p:nvPr/>
        </p:nvSpPr>
        <p:spPr>
          <a:xfrm>
            <a:off x="825311" y="2432860"/>
            <a:ext cx="568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2673EE-F973-303C-F009-A74F048E3EAC}"/>
              </a:ext>
            </a:extLst>
          </p:cNvPr>
          <p:cNvCxnSpPr>
            <a:cxnSpLocks/>
          </p:cNvCxnSpPr>
          <p:nvPr/>
        </p:nvCxnSpPr>
        <p:spPr>
          <a:xfrm flipV="1">
            <a:off x="1476168" y="2636185"/>
            <a:ext cx="1753397" cy="1822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65DBDB-2BB2-600A-34A1-A554FFD3B61E}"/>
              </a:ext>
            </a:extLst>
          </p:cNvPr>
          <p:cNvCxnSpPr>
            <a:cxnSpLocks/>
          </p:cNvCxnSpPr>
          <p:nvPr/>
        </p:nvCxnSpPr>
        <p:spPr>
          <a:xfrm flipH="1">
            <a:off x="2282250" y="258222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4046826-A7F2-0AB6-B15F-CC5D9591993C}"/>
              </a:ext>
            </a:extLst>
          </p:cNvPr>
          <p:cNvSpPr txBox="1"/>
          <p:nvPr/>
        </p:nvSpPr>
        <p:spPr>
          <a:xfrm>
            <a:off x="2053150" y="2275240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82744E9-7AF5-454F-C084-121B3458FB6C}"/>
              </a:ext>
            </a:extLst>
          </p:cNvPr>
          <p:cNvSpPr txBox="1"/>
          <p:nvPr/>
        </p:nvSpPr>
        <p:spPr>
          <a:xfrm>
            <a:off x="746329" y="1511067"/>
            <a:ext cx="63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nRst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C51E4CA-C87A-A072-18B2-2FAE25CAD09F}"/>
              </a:ext>
            </a:extLst>
          </p:cNvPr>
          <p:cNvCxnSpPr>
            <a:cxnSpLocks/>
          </p:cNvCxnSpPr>
          <p:nvPr/>
        </p:nvCxnSpPr>
        <p:spPr>
          <a:xfrm flipV="1">
            <a:off x="1489892" y="1747838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17D781A0-AAEB-1359-1A3F-E0B7B01E6C77}"/>
              </a:ext>
            </a:extLst>
          </p:cNvPr>
          <p:cNvSpPr txBox="1"/>
          <p:nvPr/>
        </p:nvSpPr>
        <p:spPr>
          <a:xfrm>
            <a:off x="326696" y="1163070"/>
            <a:ext cx="1017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Fsm_en</a:t>
            </a:r>
            <a:endParaRPr lang="en-US" dirty="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5534AC1-9D74-D4B9-83C0-BFC1EC09AA9D}"/>
              </a:ext>
            </a:extLst>
          </p:cNvPr>
          <p:cNvCxnSpPr>
            <a:cxnSpLocks/>
          </p:cNvCxnSpPr>
          <p:nvPr/>
        </p:nvCxnSpPr>
        <p:spPr>
          <a:xfrm flipV="1">
            <a:off x="1468478" y="1378019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95BAF91-C930-6377-5A58-FA2E8737DE9F}"/>
              </a:ext>
            </a:extLst>
          </p:cNvPr>
          <p:cNvSpPr txBox="1"/>
          <p:nvPr/>
        </p:nvSpPr>
        <p:spPr>
          <a:xfrm>
            <a:off x="7142799" y="3723482"/>
            <a:ext cx="65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0F4EE70D-89C8-EE76-D781-6700D4FFA079}"/>
              </a:ext>
            </a:extLst>
          </p:cNvPr>
          <p:cNvCxnSpPr>
            <a:cxnSpLocks/>
          </p:cNvCxnSpPr>
          <p:nvPr/>
        </p:nvCxnSpPr>
        <p:spPr>
          <a:xfrm flipV="1">
            <a:off x="5337271" y="389941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C22A77B-A778-DCF1-23B7-4A83E3BCFF7A}"/>
              </a:ext>
            </a:extLst>
          </p:cNvPr>
          <p:cNvSpPr txBox="1"/>
          <p:nvPr/>
        </p:nvSpPr>
        <p:spPr>
          <a:xfrm>
            <a:off x="7141894" y="1174588"/>
            <a:ext cx="65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697CC23-949F-7B03-7232-234E59CC826F}"/>
              </a:ext>
            </a:extLst>
          </p:cNvPr>
          <p:cNvCxnSpPr>
            <a:cxnSpLocks/>
          </p:cNvCxnSpPr>
          <p:nvPr/>
        </p:nvCxnSpPr>
        <p:spPr>
          <a:xfrm flipV="1">
            <a:off x="5336366" y="1350521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623196EA-A390-5D21-7B80-81569DF78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87353"/>
              </p:ext>
            </p:extLst>
          </p:nvPr>
        </p:nvGraphicFramePr>
        <p:xfrm>
          <a:off x="8008405" y="465490"/>
          <a:ext cx="4027911" cy="586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842">
                  <a:extLst>
                    <a:ext uri="{9D8B030D-6E8A-4147-A177-3AD203B41FA5}">
                      <a16:colId xmlns:a16="http://schemas.microsoft.com/office/drawing/2014/main" val="20813966"/>
                    </a:ext>
                  </a:extLst>
                </a:gridCol>
                <a:gridCol w="3011069">
                  <a:extLst>
                    <a:ext uri="{9D8B030D-6E8A-4147-A177-3AD203B41FA5}">
                      <a16:colId xmlns:a16="http://schemas.microsoft.com/office/drawing/2014/main" val="1236942386"/>
                    </a:ext>
                  </a:extLst>
                </a:gridCol>
              </a:tblGrid>
              <a:tr h="652166">
                <a:tc>
                  <a:txBody>
                    <a:bodyPr/>
                    <a:lstStyle/>
                    <a:p>
                      <a:r>
                        <a:rPr lang="en-US" dirty="0"/>
                        <a:t>Pin name</a:t>
                      </a:r>
                    </a:p>
                  </a:txBody>
                  <a:tcPr>
                    <a:solidFill>
                      <a:schemeClr val="accent1">
                        <a:tint val="40000"/>
                        <a:alpha val="2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>
                    <a:solidFill>
                      <a:schemeClr val="accent1">
                        <a:tint val="40000"/>
                        <a:alpha val="23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979851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Enable signal added to tell data is correct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4037435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Fsm_en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Enable signal for the FSM to start the key generation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10040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nRst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Active low asynchronous reset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679742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Plain text sent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700125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KEY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The key to be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0907028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clk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Clock 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533147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valid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Valid signal to tell that the data sent are valid 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776281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Cipher text received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17254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BAA7F82A-9FAE-5BEE-9633-2EFB33DD8093}"/>
              </a:ext>
            </a:extLst>
          </p:cNvPr>
          <p:cNvSpPr txBox="1"/>
          <p:nvPr/>
        </p:nvSpPr>
        <p:spPr>
          <a:xfrm>
            <a:off x="825311" y="2802192"/>
            <a:ext cx="518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clk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3B85B96-223A-3283-B381-C471A3DDF440}"/>
              </a:ext>
            </a:extLst>
          </p:cNvPr>
          <p:cNvCxnSpPr>
            <a:cxnSpLocks/>
          </p:cNvCxnSpPr>
          <p:nvPr/>
        </p:nvCxnSpPr>
        <p:spPr>
          <a:xfrm flipV="1">
            <a:off x="1462437" y="301455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05FCBE5-261E-82E2-3D56-590FFE816D59}"/>
              </a:ext>
            </a:extLst>
          </p:cNvPr>
          <p:cNvSpPr txBox="1"/>
          <p:nvPr/>
        </p:nvSpPr>
        <p:spPr>
          <a:xfrm>
            <a:off x="534390" y="852311"/>
            <a:ext cx="861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EEC5416-549F-628A-8004-2F988AECD2BC}"/>
              </a:ext>
            </a:extLst>
          </p:cNvPr>
          <p:cNvCxnSpPr>
            <a:cxnSpLocks/>
          </p:cNvCxnSpPr>
          <p:nvPr/>
        </p:nvCxnSpPr>
        <p:spPr>
          <a:xfrm flipV="1">
            <a:off x="1473186" y="1047891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A4D1B5F-4062-C253-AFB1-310E517147C8}"/>
              </a:ext>
            </a:extLst>
          </p:cNvPr>
          <p:cNvCxnSpPr>
            <a:cxnSpLocks/>
          </p:cNvCxnSpPr>
          <p:nvPr/>
        </p:nvCxnSpPr>
        <p:spPr>
          <a:xfrm>
            <a:off x="1445297" y="4813908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9FF9F-3467-878A-90A4-5F36E3E076B5}"/>
              </a:ext>
            </a:extLst>
          </p:cNvPr>
          <p:cNvSpPr txBox="1"/>
          <p:nvPr/>
        </p:nvSpPr>
        <p:spPr>
          <a:xfrm>
            <a:off x="868613" y="4602595"/>
            <a:ext cx="501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B975DE4-0958-15A1-5E5F-8E3F4FBB2EF2}"/>
              </a:ext>
            </a:extLst>
          </p:cNvPr>
          <p:cNvCxnSpPr>
            <a:cxnSpLocks/>
          </p:cNvCxnSpPr>
          <p:nvPr/>
        </p:nvCxnSpPr>
        <p:spPr>
          <a:xfrm flipH="1">
            <a:off x="2251379" y="4753045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26B03BC6-1D64-E40C-D542-3D007898B120}"/>
              </a:ext>
            </a:extLst>
          </p:cNvPr>
          <p:cNvSpPr txBox="1"/>
          <p:nvPr/>
        </p:nvSpPr>
        <p:spPr>
          <a:xfrm>
            <a:off x="2022279" y="4451141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2AF135A-33B4-0717-9681-E6BD4EFDEA6B}"/>
              </a:ext>
            </a:extLst>
          </p:cNvPr>
          <p:cNvSpPr txBox="1"/>
          <p:nvPr/>
        </p:nvSpPr>
        <p:spPr>
          <a:xfrm>
            <a:off x="823091" y="5026807"/>
            <a:ext cx="568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E5D8D7C8-0B4C-6E54-3263-8B517E7406D0}"/>
              </a:ext>
            </a:extLst>
          </p:cNvPr>
          <p:cNvCxnSpPr>
            <a:cxnSpLocks/>
          </p:cNvCxnSpPr>
          <p:nvPr/>
        </p:nvCxnSpPr>
        <p:spPr>
          <a:xfrm flipV="1">
            <a:off x="1473948" y="5230132"/>
            <a:ext cx="1753397" cy="1822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913FE700-6F27-59E3-ABC8-05C1C714DB21}"/>
              </a:ext>
            </a:extLst>
          </p:cNvPr>
          <p:cNvCxnSpPr>
            <a:cxnSpLocks/>
          </p:cNvCxnSpPr>
          <p:nvPr/>
        </p:nvCxnSpPr>
        <p:spPr>
          <a:xfrm flipH="1">
            <a:off x="2280030" y="5176171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C554FF0A-D97E-75B6-925A-9E1C45E16C16}"/>
              </a:ext>
            </a:extLst>
          </p:cNvPr>
          <p:cNvSpPr txBox="1"/>
          <p:nvPr/>
        </p:nvSpPr>
        <p:spPr>
          <a:xfrm>
            <a:off x="2050930" y="4869187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62FA219-3B87-4971-EE66-0C474A2FE379}"/>
              </a:ext>
            </a:extLst>
          </p:cNvPr>
          <p:cNvSpPr txBox="1"/>
          <p:nvPr/>
        </p:nvSpPr>
        <p:spPr>
          <a:xfrm>
            <a:off x="744109" y="4105014"/>
            <a:ext cx="63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nRst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9BC11C2-58F1-A0D4-D6F4-AB3993B93A87}"/>
              </a:ext>
            </a:extLst>
          </p:cNvPr>
          <p:cNvCxnSpPr>
            <a:cxnSpLocks/>
          </p:cNvCxnSpPr>
          <p:nvPr/>
        </p:nvCxnSpPr>
        <p:spPr>
          <a:xfrm flipV="1">
            <a:off x="1487672" y="434178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7935810-3CD9-1B5D-84EF-4BBC21AC4944}"/>
              </a:ext>
            </a:extLst>
          </p:cNvPr>
          <p:cNvSpPr txBox="1"/>
          <p:nvPr/>
        </p:nvSpPr>
        <p:spPr>
          <a:xfrm>
            <a:off x="381001" y="3757017"/>
            <a:ext cx="960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Fsm_en</a:t>
            </a:r>
            <a:endParaRPr lang="en-US" dirty="0"/>
          </a:p>
          <a:p>
            <a:endParaRPr lang="en-US" dirty="0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AF2EB59D-2B0A-5158-C666-4B45DE5D62D6}"/>
              </a:ext>
            </a:extLst>
          </p:cNvPr>
          <p:cNvCxnSpPr>
            <a:cxnSpLocks/>
          </p:cNvCxnSpPr>
          <p:nvPr/>
        </p:nvCxnSpPr>
        <p:spPr>
          <a:xfrm flipV="1">
            <a:off x="1478958" y="3971966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AE550F0-E327-3BA8-32CC-375A3B959978}"/>
              </a:ext>
            </a:extLst>
          </p:cNvPr>
          <p:cNvSpPr txBox="1"/>
          <p:nvPr/>
        </p:nvSpPr>
        <p:spPr>
          <a:xfrm>
            <a:off x="823091" y="5396139"/>
            <a:ext cx="518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clk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2E4DAF5-26F4-5C25-1965-329D02430345}"/>
              </a:ext>
            </a:extLst>
          </p:cNvPr>
          <p:cNvCxnSpPr>
            <a:cxnSpLocks/>
          </p:cNvCxnSpPr>
          <p:nvPr/>
        </p:nvCxnSpPr>
        <p:spPr>
          <a:xfrm flipV="1">
            <a:off x="1472917" y="5608502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63531EA6-1E56-9E60-1567-4A67E431DDA9}"/>
              </a:ext>
            </a:extLst>
          </p:cNvPr>
          <p:cNvSpPr txBox="1"/>
          <p:nvPr/>
        </p:nvSpPr>
        <p:spPr>
          <a:xfrm>
            <a:off x="532170" y="3446258"/>
            <a:ext cx="861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1572095-7321-91CB-423A-D504D97239A1}"/>
              </a:ext>
            </a:extLst>
          </p:cNvPr>
          <p:cNvCxnSpPr>
            <a:cxnSpLocks/>
          </p:cNvCxnSpPr>
          <p:nvPr/>
        </p:nvCxnSpPr>
        <p:spPr>
          <a:xfrm flipV="1">
            <a:off x="1470966" y="3641838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522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FAC5E-4618-9E87-FFD2-CEB5EDC9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828780-95E4-405D-D81E-B87255B5B132}"/>
              </a:ext>
            </a:extLst>
          </p:cNvPr>
          <p:cNvSpPr txBox="1"/>
          <p:nvPr/>
        </p:nvSpPr>
        <p:spPr>
          <a:xfrm>
            <a:off x="5148144" y="113285"/>
            <a:ext cx="18572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Encryption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1735EE-7B9C-1E2B-51D3-472D7EDB7B83}"/>
              </a:ext>
            </a:extLst>
          </p:cNvPr>
          <p:cNvSpPr/>
          <p:nvPr/>
        </p:nvSpPr>
        <p:spPr>
          <a:xfrm>
            <a:off x="1595599" y="5246028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20557D6-83D0-1313-06B2-496B0CDDF3F0}"/>
              </a:ext>
            </a:extLst>
          </p:cNvPr>
          <p:cNvGrpSpPr/>
          <p:nvPr/>
        </p:nvGrpSpPr>
        <p:grpSpPr>
          <a:xfrm>
            <a:off x="1595599" y="1039669"/>
            <a:ext cx="2068830" cy="2633424"/>
            <a:chOff x="1108710" y="588407"/>
            <a:chExt cx="2068830" cy="263342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2922568-E006-38C5-1B17-C1F32F6A7A9B}"/>
                </a:ext>
              </a:extLst>
            </p:cNvPr>
            <p:cNvSpPr/>
            <p:nvPr/>
          </p:nvSpPr>
          <p:spPr>
            <a:xfrm>
              <a:off x="1108710" y="604361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954839-48B8-D7AE-0C70-86331CD44E26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43125" y="1032986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22E381-FF2D-E5EA-DBA9-2ED7A6B251C2}"/>
                </a:ext>
              </a:extLst>
            </p:cNvPr>
            <p:cNvSpPr/>
            <p:nvPr/>
          </p:nvSpPr>
          <p:spPr>
            <a:xfrm>
              <a:off x="1108710" y="1913096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F1E621-3D7B-0851-582F-7ADE0724EA7A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2143125" y="2341721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564F70-802D-BA0C-C726-658AF7542595}"/>
                </a:ext>
              </a:extLst>
            </p:cNvPr>
            <p:cNvSpPr/>
            <p:nvPr/>
          </p:nvSpPr>
          <p:spPr>
            <a:xfrm>
              <a:off x="1788797" y="818673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09C2284-674A-DB50-27CD-3D6165515C63}"/>
                </a:ext>
              </a:extLst>
            </p:cNvPr>
            <p:cNvSpPr txBox="1"/>
            <p:nvPr/>
          </p:nvSpPr>
          <p:spPr>
            <a:xfrm>
              <a:off x="1880872" y="58840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D85895-1887-0C7A-497A-8348B62F9E8C}"/>
                </a:ext>
              </a:extLst>
            </p:cNvPr>
            <p:cNvSpPr txBox="1"/>
            <p:nvPr/>
          </p:nvSpPr>
          <p:spPr>
            <a:xfrm>
              <a:off x="1848484" y="771762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5B59C1B-62F4-58C0-96CD-91635520ED74}"/>
                </a:ext>
              </a:extLst>
            </p:cNvPr>
            <p:cNvSpPr/>
            <p:nvPr/>
          </p:nvSpPr>
          <p:spPr>
            <a:xfrm>
              <a:off x="1788797" y="2122407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9433CE-5D1F-B70A-4B65-46B0C44258FB}"/>
                </a:ext>
              </a:extLst>
            </p:cNvPr>
            <p:cNvSpPr txBox="1"/>
            <p:nvPr/>
          </p:nvSpPr>
          <p:spPr>
            <a:xfrm>
              <a:off x="1880872" y="1892141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906170-A4F9-7EA3-1A84-9727BDD6D331}"/>
                </a:ext>
              </a:extLst>
            </p:cNvPr>
            <p:cNvSpPr txBox="1"/>
            <p:nvPr/>
          </p:nvSpPr>
          <p:spPr>
            <a:xfrm>
              <a:off x="1848484" y="2075496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9C5D7A9-A7B2-D493-45FD-094825363800}"/>
              </a:ext>
            </a:extLst>
          </p:cNvPr>
          <p:cNvSpPr/>
          <p:nvPr/>
        </p:nvSpPr>
        <p:spPr>
          <a:xfrm>
            <a:off x="2275686" y="5476294"/>
            <a:ext cx="708655" cy="1524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A4127-0BCC-C9EC-015D-63A0566AB9F2}"/>
              </a:ext>
            </a:extLst>
          </p:cNvPr>
          <p:cNvSpPr txBox="1"/>
          <p:nvPr/>
        </p:nvSpPr>
        <p:spPr>
          <a:xfrm>
            <a:off x="2367761" y="5246028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Comb.</a:t>
            </a:r>
            <a:endParaRPr lang="en-US" sz="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E65852-E1DB-E8FA-C62E-9F75A806947E}"/>
              </a:ext>
            </a:extLst>
          </p:cNvPr>
          <p:cNvSpPr txBox="1"/>
          <p:nvPr/>
        </p:nvSpPr>
        <p:spPr>
          <a:xfrm>
            <a:off x="2335373" y="5429383"/>
            <a:ext cx="590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128 reg</a:t>
            </a:r>
            <a:endParaRPr lang="en-US" sz="5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B848212-F143-8764-65E6-13B774F41ED4}"/>
              </a:ext>
            </a:extLst>
          </p:cNvPr>
          <p:cNvCxnSpPr>
            <a:cxnSpLocks/>
          </p:cNvCxnSpPr>
          <p:nvPr/>
        </p:nvCxnSpPr>
        <p:spPr>
          <a:xfrm>
            <a:off x="2630012" y="378477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7256655-3200-1C7E-6221-ED427DE01EDF}"/>
              </a:ext>
            </a:extLst>
          </p:cNvPr>
          <p:cNvSpPr txBox="1"/>
          <p:nvPr/>
        </p:nvSpPr>
        <p:spPr>
          <a:xfrm>
            <a:off x="3093436" y="1085269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C9353C-EB54-9F39-8F84-3992D4871E38}"/>
              </a:ext>
            </a:extLst>
          </p:cNvPr>
          <p:cNvSpPr txBox="1"/>
          <p:nvPr/>
        </p:nvSpPr>
        <p:spPr>
          <a:xfrm>
            <a:off x="3096355" y="240674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D93EAB-84EE-15B5-B204-8F9FFD1B9B92}"/>
              </a:ext>
            </a:extLst>
          </p:cNvPr>
          <p:cNvSpPr txBox="1"/>
          <p:nvPr/>
        </p:nvSpPr>
        <p:spPr>
          <a:xfrm>
            <a:off x="3084780" y="5327244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34" name="Rectangle 33">
            <a:hlinkClick r:id="rId2" action="ppaction://hlinksldjump"/>
            <a:extLst>
              <a:ext uri="{FF2B5EF4-FFF2-40B4-BE49-F238E27FC236}">
                <a16:creationId xmlns:a16="http://schemas.microsoft.com/office/drawing/2014/main" id="{48EEB4C4-1C55-42BC-917C-9251CA59C8E0}"/>
              </a:ext>
            </a:extLst>
          </p:cNvPr>
          <p:cNvSpPr/>
          <p:nvPr/>
        </p:nvSpPr>
        <p:spPr>
          <a:xfrm>
            <a:off x="7636351" y="1055623"/>
            <a:ext cx="2185034" cy="2185034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E86935-EE43-C374-BF84-218340338EDC}"/>
              </a:ext>
            </a:extLst>
          </p:cNvPr>
          <p:cNvSpPr txBox="1"/>
          <p:nvPr/>
        </p:nvSpPr>
        <p:spPr>
          <a:xfrm>
            <a:off x="7943583" y="1992921"/>
            <a:ext cx="158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Generator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EF6F21E-1205-0F7D-4EE2-EF29D72C0070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2648447" y="705849"/>
            <a:ext cx="0" cy="3338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ABA38BD-F24D-CFE4-DCA2-3A6DF0B25CF1}"/>
              </a:ext>
            </a:extLst>
          </p:cNvPr>
          <p:cNvCxnSpPr/>
          <p:nvPr/>
        </p:nvCxnSpPr>
        <p:spPr>
          <a:xfrm>
            <a:off x="2630012" y="5686916"/>
            <a:ext cx="1" cy="327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C2525F-9AF3-F3F5-1A0B-D6556EC2A8A8}"/>
              </a:ext>
            </a:extLst>
          </p:cNvPr>
          <p:cNvSpPr txBox="1"/>
          <p:nvPr/>
        </p:nvSpPr>
        <p:spPr>
          <a:xfrm>
            <a:off x="2436209" y="348516"/>
            <a:ext cx="42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DD41AE7-F8D4-1CAA-C398-2164BD8920CF}"/>
              </a:ext>
            </a:extLst>
          </p:cNvPr>
          <p:cNvSpPr txBox="1"/>
          <p:nvPr/>
        </p:nvSpPr>
        <p:spPr>
          <a:xfrm>
            <a:off x="2399234" y="6025378"/>
            <a:ext cx="45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347F00A-9E57-E54B-8D7B-D88235BB4DB4}"/>
              </a:ext>
            </a:extLst>
          </p:cNvPr>
          <p:cNvCxnSpPr>
            <a:cxnSpLocks/>
          </p:cNvCxnSpPr>
          <p:nvPr/>
        </p:nvCxnSpPr>
        <p:spPr>
          <a:xfrm flipH="1">
            <a:off x="7178040" y="2160157"/>
            <a:ext cx="458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C1B779F-95D9-5893-13BA-26DF653190F9}"/>
              </a:ext>
            </a:extLst>
          </p:cNvPr>
          <p:cNvSpPr txBox="1"/>
          <p:nvPr/>
        </p:nvSpPr>
        <p:spPr>
          <a:xfrm>
            <a:off x="5425828" y="1147024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0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2E3DB8A-BADC-085F-4D2C-9FA6AC2871A6}"/>
              </a:ext>
            </a:extLst>
          </p:cNvPr>
          <p:cNvCxnSpPr>
            <a:cxnSpLocks/>
            <a:stCxn id="25" idx="1"/>
            <a:endCxn id="4" idx="3"/>
          </p:cNvCxnSpPr>
          <p:nvPr/>
        </p:nvCxnSpPr>
        <p:spPr>
          <a:xfrm flipH="1">
            <a:off x="3664429" y="1269935"/>
            <a:ext cx="95154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F1B15E9-9041-93F5-1621-0CA6C7E560AA}"/>
              </a:ext>
            </a:extLst>
          </p:cNvPr>
          <p:cNvCxnSpPr>
            <a:cxnSpLocks/>
            <a:stCxn id="58" idx="1"/>
            <a:endCxn id="9" idx="3"/>
          </p:cNvCxnSpPr>
          <p:nvPr/>
        </p:nvCxnSpPr>
        <p:spPr>
          <a:xfrm flipH="1">
            <a:off x="3664429" y="2569399"/>
            <a:ext cx="966256" cy="9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FD2A02E-3B41-257F-05E6-87A3A23714B2}"/>
              </a:ext>
            </a:extLst>
          </p:cNvPr>
          <p:cNvCxnSpPr>
            <a:cxnSpLocks/>
            <a:stCxn id="76" idx="1"/>
            <a:endCxn id="7" idx="3"/>
          </p:cNvCxnSpPr>
          <p:nvPr/>
        </p:nvCxnSpPr>
        <p:spPr>
          <a:xfrm flipH="1">
            <a:off x="3664429" y="5451442"/>
            <a:ext cx="951546" cy="88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F6E101-2307-33DC-4C45-88C40A2559B2}"/>
              </a:ext>
            </a:extLst>
          </p:cNvPr>
          <p:cNvCxnSpPr>
            <a:cxnSpLocks/>
          </p:cNvCxnSpPr>
          <p:nvPr/>
        </p:nvCxnSpPr>
        <p:spPr>
          <a:xfrm>
            <a:off x="18254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E6835A-FCBD-D1E4-B612-0F0D93A9A56F}"/>
              </a:ext>
            </a:extLst>
          </p:cNvPr>
          <p:cNvSpPr txBox="1"/>
          <p:nvPr/>
        </p:nvSpPr>
        <p:spPr>
          <a:xfrm>
            <a:off x="1497908" y="292065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F9A0206-13F3-54A8-BEC1-51E502651241}"/>
              </a:ext>
            </a:extLst>
          </p:cNvPr>
          <p:cNvCxnSpPr>
            <a:cxnSpLocks/>
          </p:cNvCxnSpPr>
          <p:nvPr/>
        </p:nvCxnSpPr>
        <p:spPr>
          <a:xfrm>
            <a:off x="1812165" y="1595501"/>
            <a:ext cx="0" cy="714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C620C0A-74CB-1D1E-7DAC-5982563DBAE4}"/>
              </a:ext>
            </a:extLst>
          </p:cNvPr>
          <p:cNvCxnSpPr>
            <a:cxnSpLocks/>
          </p:cNvCxnSpPr>
          <p:nvPr/>
        </p:nvCxnSpPr>
        <p:spPr>
          <a:xfrm>
            <a:off x="1812165" y="2792983"/>
            <a:ext cx="0" cy="8801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D61030-EBEC-E0C4-411B-7CC9A310B2E8}"/>
              </a:ext>
            </a:extLst>
          </p:cNvPr>
          <p:cNvCxnSpPr>
            <a:cxnSpLocks/>
          </p:cNvCxnSpPr>
          <p:nvPr/>
        </p:nvCxnSpPr>
        <p:spPr>
          <a:xfrm>
            <a:off x="1791383" y="5696576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FF4AEC0-C598-6E01-FFDB-0D9B30FBBFB5}"/>
              </a:ext>
            </a:extLst>
          </p:cNvPr>
          <p:cNvSpPr txBox="1"/>
          <p:nvPr/>
        </p:nvSpPr>
        <p:spPr>
          <a:xfrm>
            <a:off x="1463793" y="6026766"/>
            <a:ext cx="65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BAC103F-D4D0-3017-5ECD-354685064C26}"/>
              </a:ext>
            </a:extLst>
          </p:cNvPr>
          <p:cNvCxnSpPr>
            <a:cxnSpLocks/>
          </p:cNvCxnSpPr>
          <p:nvPr/>
        </p:nvCxnSpPr>
        <p:spPr>
          <a:xfrm>
            <a:off x="87342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1732891-9F7C-79F3-8EFB-F817BA23CB08}"/>
              </a:ext>
            </a:extLst>
          </p:cNvPr>
          <p:cNvSpPr txBox="1"/>
          <p:nvPr/>
        </p:nvSpPr>
        <p:spPr>
          <a:xfrm>
            <a:off x="8517732" y="278095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FD17413-988A-3874-F0C1-E166EACD958C}"/>
              </a:ext>
            </a:extLst>
          </p:cNvPr>
          <p:cNvCxnSpPr>
            <a:cxnSpLocks/>
          </p:cNvCxnSpPr>
          <p:nvPr/>
        </p:nvCxnSpPr>
        <p:spPr>
          <a:xfrm>
            <a:off x="1814068" y="377334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69794A8-3760-21B1-5673-7C2B614369EA}"/>
              </a:ext>
            </a:extLst>
          </p:cNvPr>
          <p:cNvSpPr/>
          <p:nvPr/>
        </p:nvSpPr>
        <p:spPr>
          <a:xfrm>
            <a:off x="4615975" y="1055622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987EABD-E061-311D-3D31-C5386639DDD7}"/>
              </a:ext>
            </a:extLst>
          </p:cNvPr>
          <p:cNvCxnSpPr>
            <a:cxnSpLocks/>
            <a:endCxn id="25" idx="3"/>
          </p:cNvCxnSpPr>
          <p:nvPr/>
        </p:nvCxnSpPr>
        <p:spPr>
          <a:xfrm rot="16200000" flipV="1">
            <a:off x="6492321" y="1462420"/>
            <a:ext cx="87820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B1BE83BE-E2AA-4E7F-C27D-89F42DD703FC}"/>
              </a:ext>
            </a:extLst>
          </p:cNvPr>
          <p:cNvSpPr txBox="1"/>
          <p:nvPr/>
        </p:nvSpPr>
        <p:spPr>
          <a:xfrm>
            <a:off x="5434713" y="2451713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F67DB94-C0BA-DD79-0C1F-F2D973F6D374}"/>
              </a:ext>
            </a:extLst>
          </p:cNvPr>
          <p:cNvSpPr/>
          <p:nvPr/>
        </p:nvSpPr>
        <p:spPr>
          <a:xfrm>
            <a:off x="4630685" y="2355086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36">
            <a:extLst>
              <a:ext uri="{FF2B5EF4-FFF2-40B4-BE49-F238E27FC236}">
                <a16:creationId xmlns:a16="http://schemas.microsoft.com/office/drawing/2014/main" id="{C89DD034-8225-22F9-9EEE-B6139B8B4890}"/>
              </a:ext>
            </a:extLst>
          </p:cNvPr>
          <p:cNvCxnSpPr>
            <a:cxnSpLocks/>
            <a:endCxn id="58" idx="3"/>
          </p:cNvCxnSpPr>
          <p:nvPr/>
        </p:nvCxnSpPr>
        <p:spPr>
          <a:xfrm rot="10800000" flipV="1">
            <a:off x="6699516" y="2148139"/>
            <a:ext cx="478525" cy="4212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BC38988C-CDA1-DB70-AA37-F00A7464E864}"/>
              </a:ext>
            </a:extLst>
          </p:cNvPr>
          <p:cNvSpPr/>
          <p:nvPr/>
        </p:nvSpPr>
        <p:spPr>
          <a:xfrm>
            <a:off x="4615975" y="5237129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36">
            <a:extLst>
              <a:ext uri="{FF2B5EF4-FFF2-40B4-BE49-F238E27FC236}">
                <a16:creationId xmlns:a16="http://schemas.microsoft.com/office/drawing/2014/main" id="{07EA1D3E-9190-028A-B079-1033AB95F5A9}"/>
              </a:ext>
            </a:extLst>
          </p:cNvPr>
          <p:cNvCxnSpPr>
            <a:cxnSpLocks/>
            <a:endCxn id="76" idx="3"/>
          </p:cNvCxnSpPr>
          <p:nvPr/>
        </p:nvCxnSpPr>
        <p:spPr>
          <a:xfrm rot="5400000">
            <a:off x="5285781" y="3559182"/>
            <a:ext cx="329128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DBA9D78-D104-15CB-3074-A86CE453BCEA}"/>
              </a:ext>
            </a:extLst>
          </p:cNvPr>
          <p:cNvSpPr txBox="1"/>
          <p:nvPr/>
        </p:nvSpPr>
        <p:spPr>
          <a:xfrm>
            <a:off x="5425827" y="5328145"/>
            <a:ext cx="5709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10</a:t>
            </a:r>
          </a:p>
        </p:txBody>
      </p:sp>
    </p:spTree>
    <p:extLst>
      <p:ext uri="{BB962C8B-B14F-4D97-AF65-F5344CB8AC3E}">
        <p14:creationId xmlns:p14="http://schemas.microsoft.com/office/powerpoint/2010/main" val="2295496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50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B9E06-54B3-9AE3-C8FD-0ECEDCC0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B3CC4EC-2C46-2EB9-47B1-AC89004A69FA}"/>
              </a:ext>
            </a:extLst>
          </p:cNvPr>
          <p:cNvSpPr/>
          <p:nvPr/>
        </p:nvSpPr>
        <p:spPr>
          <a:xfrm>
            <a:off x="1595599" y="5246028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9F7B0F1-0679-05C5-2F50-81241AEF9F65}"/>
              </a:ext>
            </a:extLst>
          </p:cNvPr>
          <p:cNvGrpSpPr/>
          <p:nvPr/>
        </p:nvGrpSpPr>
        <p:grpSpPr>
          <a:xfrm>
            <a:off x="1595599" y="1039669"/>
            <a:ext cx="2068830" cy="2633424"/>
            <a:chOff x="1108710" y="588407"/>
            <a:chExt cx="2068830" cy="263342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73633CF-DCCF-7522-6E19-BE852A45405B}"/>
                </a:ext>
              </a:extLst>
            </p:cNvPr>
            <p:cNvSpPr/>
            <p:nvPr/>
          </p:nvSpPr>
          <p:spPr>
            <a:xfrm>
              <a:off x="1108710" y="604361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8B6FC91-98BE-8A34-BC9E-A96F8115347D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43125" y="1032986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5650A8-45B7-D141-56B0-B6F61BF0EEAC}"/>
                </a:ext>
              </a:extLst>
            </p:cNvPr>
            <p:cNvSpPr/>
            <p:nvPr/>
          </p:nvSpPr>
          <p:spPr>
            <a:xfrm>
              <a:off x="1108710" y="1913096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2834510-00E2-ADED-0D1D-89E6AD544D57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2143125" y="2341721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4AF189-B67B-AB66-F498-2269E0982432}"/>
                </a:ext>
              </a:extLst>
            </p:cNvPr>
            <p:cNvSpPr/>
            <p:nvPr/>
          </p:nvSpPr>
          <p:spPr>
            <a:xfrm>
              <a:off x="1788797" y="818673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A89D08F-4A63-3DEC-B6AA-AD3FCD45FF30}"/>
                </a:ext>
              </a:extLst>
            </p:cNvPr>
            <p:cNvSpPr txBox="1"/>
            <p:nvPr/>
          </p:nvSpPr>
          <p:spPr>
            <a:xfrm>
              <a:off x="1880872" y="58840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002416-4B0C-03F5-E283-26B1D814CF30}"/>
                </a:ext>
              </a:extLst>
            </p:cNvPr>
            <p:cNvSpPr txBox="1"/>
            <p:nvPr/>
          </p:nvSpPr>
          <p:spPr>
            <a:xfrm>
              <a:off x="1848484" y="771762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0769180-C8E3-4567-E263-F1F97B0C76BE}"/>
                </a:ext>
              </a:extLst>
            </p:cNvPr>
            <p:cNvSpPr/>
            <p:nvPr/>
          </p:nvSpPr>
          <p:spPr>
            <a:xfrm>
              <a:off x="1788797" y="2122407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8C90F7-10DC-535E-5D2E-9DBB7EA6A21B}"/>
                </a:ext>
              </a:extLst>
            </p:cNvPr>
            <p:cNvSpPr txBox="1"/>
            <p:nvPr/>
          </p:nvSpPr>
          <p:spPr>
            <a:xfrm>
              <a:off x="1880872" y="1892141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6C07D3-23E9-6BE3-40FA-542962F0E692}"/>
                </a:ext>
              </a:extLst>
            </p:cNvPr>
            <p:cNvSpPr txBox="1"/>
            <p:nvPr/>
          </p:nvSpPr>
          <p:spPr>
            <a:xfrm>
              <a:off x="1848484" y="2075496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2A26E5F-D978-C04C-2911-CFB00FEA7E83}"/>
              </a:ext>
            </a:extLst>
          </p:cNvPr>
          <p:cNvSpPr/>
          <p:nvPr/>
        </p:nvSpPr>
        <p:spPr>
          <a:xfrm>
            <a:off x="2275686" y="5476294"/>
            <a:ext cx="708655" cy="1524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12B500-C2DC-CDE6-0552-18E616DE91F4}"/>
              </a:ext>
            </a:extLst>
          </p:cNvPr>
          <p:cNvSpPr txBox="1"/>
          <p:nvPr/>
        </p:nvSpPr>
        <p:spPr>
          <a:xfrm>
            <a:off x="2367761" y="5246028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Comb.</a:t>
            </a:r>
            <a:endParaRPr lang="en-US" sz="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CDAD5D-FF0B-803E-7E0A-D814BCDD7740}"/>
              </a:ext>
            </a:extLst>
          </p:cNvPr>
          <p:cNvSpPr txBox="1"/>
          <p:nvPr/>
        </p:nvSpPr>
        <p:spPr>
          <a:xfrm>
            <a:off x="2335373" y="5429383"/>
            <a:ext cx="590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128 reg</a:t>
            </a:r>
            <a:endParaRPr lang="en-US" sz="5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C62584-33A4-D7E4-DCDC-CD91EE51F563}"/>
              </a:ext>
            </a:extLst>
          </p:cNvPr>
          <p:cNvCxnSpPr>
            <a:cxnSpLocks/>
          </p:cNvCxnSpPr>
          <p:nvPr/>
        </p:nvCxnSpPr>
        <p:spPr>
          <a:xfrm>
            <a:off x="2630012" y="378477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BAA7050-AA97-9113-053D-F878D526EDDC}"/>
              </a:ext>
            </a:extLst>
          </p:cNvPr>
          <p:cNvSpPr txBox="1"/>
          <p:nvPr/>
        </p:nvSpPr>
        <p:spPr>
          <a:xfrm>
            <a:off x="3093436" y="1085269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311A7F-08DB-830D-16AE-1261B86D13D8}"/>
              </a:ext>
            </a:extLst>
          </p:cNvPr>
          <p:cNvSpPr txBox="1"/>
          <p:nvPr/>
        </p:nvSpPr>
        <p:spPr>
          <a:xfrm>
            <a:off x="3096355" y="240674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8991C4-D48B-65FE-2469-562B62863011}"/>
              </a:ext>
            </a:extLst>
          </p:cNvPr>
          <p:cNvSpPr txBox="1"/>
          <p:nvPr/>
        </p:nvSpPr>
        <p:spPr>
          <a:xfrm>
            <a:off x="3127723" y="532270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34" name="Rectangle 33">
            <a:hlinkClick r:id="rId2" action="ppaction://hlinksldjump"/>
            <a:extLst>
              <a:ext uri="{FF2B5EF4-FFF2-40B4-BE49-F238E27FC236}">
                <a16:creationId xmlns:a16="http://schemas.microsoft.com/office/drawing/2014/main" id="{BB85392B-AD83-8FFC-AF2D-C8AABFEABAC0}"/>
              </a:ext>
            </a:extLst>
          </p:cNvPr>
          <p:cNvSpPr/>
          <p:nvPr/>
        </p:nvSpPr>
        <p:spPr>
          <a:xfrm>
            <a:off x="7636351" y="1055623"/>
            <a:ext cx="2185034" cy="2185034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A2AB6F-5944-D32F-8CA5-47D9F633AD52}"/>
              </a:ext>
            </a:extLst>
          </p:cNvPr>
          <p:cNvSpPr txBox="1"/>
          <p:nvPr/>
        </p:nvSpPr>
        <p:spPr>
          <a:xfrm>
            <a:off x="7947192" y="1997879"/>
            <a:ext cx="158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Generator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8AEA08A-E97C-2916-BE5D-9FAB24F4C778}"/>
              </a:ext>
            </a:extLst>
          </p:cNvPr>
          <p:cNvCxnSpPr>
            <a:cxnSpLocks/>
            <a:stCxn id="91" idx="2"/>
            <a:endCxn id="12" idx="0"/>
          </p:cNvCxnSpPr>
          <p:nvPr/>
        </p:nvCxnSpPr>
        <p:spPr>
          <a:xfrm>
            <a:off x="2648447" y="723794"/>
            <a:ext cx="0" cy="3158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DBC8157-6F3C-7662-1083-2242AEDF718F}"/>
              </a:ext>
            </a:extLst>
          </p:cNvPr>
          <p:cNvCxnSpPr/>
          <p:nvPr/>
        </p:nvCxnSpPr>
        <p:spPr>
          <a:xfrm>
            <a:off x="2630012" y="5686916"/>
            <a:ext cx="1" cy="327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62C2FC2-EA06-7C79-1C1F-8BBD9A1331AC}"/>
              </a:ext>
            </a:extLst>
          </p:cNvPr>
          <p:cNvSpPr txBox="1"/>
          <p:nvPr/>
        </p:nvSpPr>
        <p:spPr>
          <a:xfrm>
            <a:off x="2422872" y="354462"/>
            <a:ext cx="45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A2AB6B0-8800-2A6A-B7AA-56737A74A593}"/>
              </a:ext>
            </a:extLst>
          </p:cNvPr>
          <p:cNvSpPr txBox="1"/>
          <p:nvPr/>
        </p:nvSpPr>
        <p:spPr>
          <a:xfrm>
            <a:off x="2399234" y="6025378"/>
            <a:ext cx="42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351B61-BB8B-9D02-834A-917C9245A0FE}"/>
              </a:ext>
            </a:extLst>
          </p:cNvPr>
          <p:cNvCxnSpPr>
            <a:cxnSpLocks/>
          </p:cNvCxnSpPr>
          <p:nvPr/>
        </p:nvCxnSpPr>
        <p:spPr>
          <a:xfrm flipH="1">
            <a:off x="7178040" y="2160157"/>
            <a:ext cx="458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B0709A7-E744-CA5C-9076-EEB392F372EB}"/>
              </a:ext>
            </a:extLst>
          </p:cNvPr>
          <p:cNvSpPr txBox="1"/>
          <p:nvPr/>
        </p:nvSpPr>
        <p:spPr>
          <a:xfrm>
            <a:off x="5148144" y="113285"/>
            <a:ext cx="189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Decryption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155083-19D1-2A70-B97C-D8D29ED617F5}"/>
              </a:ext>
            </a:extLst>
          </p:cNvPr>
          <p:cNvCxnSpPr>
            <a:cxnSpLocks/>
          </p:cNvCxnSpPr>
          <p:nvPr/>
        </p:nvCxnSpPr>
        <p:spPr>
          <a:xfrm>
            <a:off x="1825360" y="697891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E2021CA-B706-F3A0-4526-FE9FABCBD9B7}"/>
              </a:ext>
            </a:extLst>
          </p:cNvPr>
          <p:cNvSpPr txBox="1"/>
          <p:nvPr/>
        </p:nvSpPr>
        <p:spPr>
          <a:xfrm>
            <a:off x="1497770" y="291821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327621-5A2A-AFC2-7153-A91CAF1E0DE7}"/>
              </a:ext>
            </a:extLst>
          </p:cNvPr>
          <p:cNvCxnSpPr>
            <a:cxnSpLocks/>
          </p:cNvCxnSpPr>
          <p:nvPr/>
        </p:nvCxnSpPr>
        <p:spPr>
          <a:xfrm>
            <a:off x="1812027" y="1595383"/>
            <a:ext cx="0" cy="714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0127E56-6B1C-9E6E-F282-E829B7E61D4D}"/>
              </a:ext>
            </a:extLst>
          </p:cNvPr>
          <p:cNvCxnSpPr>
            <a:cxnSpLocks/>
          </p:cNvCxnSpPr>
          <p:nvPr/>
        </p:nvCxnSpPr>
        <p:spPr>
          <a:xfrm>
            <a:off x="1812027" y="2792865"/>
            <a:ext cx="0" cy="8801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F550150-C57C-80AC-9CE5-DE099E6D167A}"/>
              </a:ext>
            </a:extLst>
          </p:cNvPr>
          <p:cNvCxnSpPr>
            <a:cxnSpLocks/>
          </p:cNvCxnSpPr>
          <p:nvPr/>
        </p:nvCxnSpPr>
        <p:spPr>
          <a:xfrm>
            <a:off x="1791245" y="5696458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380D253-44C1-9E6E-2569-42466ABD750D}"/>
              </a:ext>
            </a:extLst>
          </p:cNvPr>
          <p:cNvSpPr txBox="1"/>
          <p:nvPr/>
        </p:nvSpPr>
        <p:spPr>
          <a:xfrm>
            <a:off x="1463655" y="6025378"/>
            <a:ext cx="65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FAF7242-3494-A28A-E2DF-D945CCFF0297}"/>
              </a:ext>
            </a:extLst>
          </p:cNvPr>
          <p:cNvCxnSpPr>
            <a:cxnSpLocks/>
          </p:cNvCxnSpPr>
          <p:nvPr/>
        </p:nvCxnSpPr>
        <p:spPr>
          <a:xfrm>
            <a:off x="87342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371D3A8-2309-E0EF-E47E-A261FE717D77}"/>
              </a:ext>
            </a:extLst>
          </p:cNvPr>
          <p:cNvSpPr txBox="1"/>
          <p:nvPr/>
        </p:nvSpPr>
        <p:spPr>
          <a:xfrm>
            <a:off x="8517732" y="278095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EE6DE-B513-46EC-133A-F2BDE09F0BA5}"/>
              </a:ext>
            </a:extLst>
          </p:cNvPr>
          <p:cNvCxnSpPr>
            <a:cxnSpLocks/>
          </p:cNvCxnSpPr>
          <p:nvPr/>
        </p:nvCxnSpPr>
        <p:spPr>
          <a:xfrm>
            <a:off x="1818852" y="377334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7DD2ADB-9514-0CF1-9379-E2C1C09872A8}"/>
              </a:ext>
            </a:extLst>
          </p:cNvPr>
          <p:cNvSpPr txBox="1"/>
          <p:nvPr/>
        </p:nvSpPr>
        <p:spPr>
          <a:xfrm>
            <a:off x="5425828" y="1147024"/>
            <a:ext cx="5709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10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FA28B1-C4F6-2628-0831-0A7A7ACB6F2A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3664429" y="1269935"/>
            <a:ext cx="95154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AAB16DA-2813-31A6-1702-86889DE8564B}"/>
              </a:ext>
            </a:extLst>
          </p:cNvPr>
          <p:cNvCxnSpPr>
            <a:cxnSpLocks/>
            <a:stCxn id="59" idx="1"/>
          </p:cNvCxnSpPr>
          <p:nvPr/>
        </p:nvCxnSpPr>
        <p:spPr>
          <a:xfrm flipH="1">
            <a:off x="3664429" y="2569399"/>
            <a:ext cx="966256" cy="9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6DA6F0-43CA-41B2-9DDC-ED849FE911DE}"/>
              </a:ext>
            </a:extLst>
          </p:cNvPr>
          <p:cNvCxnSpPr>
            <a:cxnSpLocks/>
            <a:stCxn id="61" idx="1"/>
          </p:cNvCxnSpPr>
          <p:nvPr/>
        </p:nvCxnSpPr>
        <p:spPr>
          <a:xfrm flipH="1">
            <a:off x="3664429" y="5451442"/>
            <a:ext cx="951546" cy="88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B25CE197-F932-82A2-11A3-96064A056D87}"/>
              </a:ext>
            </a:extLst>
          </p:cNvPr>
          <p:cNvSpPr/>
          <p:nvPr/>
        </p:nvSpPr>
        <p:spPr>
          <a:xfrm>
            <a:off x="4615975" y="1055622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36">
            <a:extLst>
              <a:ext uri="{FF2B5EF4-FFF2-40B4-BE49-F238E27FC236}">
                <a16:creationId xmlns:a16="http://schemas.microsoft.com/office/drawing/2014/main" id="{4882AB85-7762-A086-504C-475B68A33FA3}"/>
              </a:ext>
            </a:extLst>
          </p:cNvPr>
          <p:cNvCxnSpPr>
            <a:cxnSpLocks/>
            <a:endCxn id="55" idx="3"/>
          </p:cNvCxnSpPr>
          <p:nvPr/>
        </p:nvCxnSpPr>
        <p:spPr>
          <a:xfrm rot="16200000" flipV="1">
            <a:off x="6492321" y="1462420"/>
            <a:ext cx="87820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0435DB6-4E6E-B5BE-BEEF-47A10F4B57ED}"/>
              </a:ext>
            </a:extLst>
          </p:cNvPr>
          <p:cNvSpPr txBox="1"/>
          <p:nvPr/>
        </p:nvSpPr>
        <p:spPr>
          <a:xfrm>
            <a:off x="5434713" y="2451713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1C97E15-2751-8BCF-5BA3-794C47D3CD4E}"/>
              </a:ext>
            </a:extLst>
          </p:cNvPr>
          <p:cNvSpPr/>
          <p:nvPr/>
        </p:nvSpPr>
        <p:spPr>
          <a:xfrm>
            <a:off x="4630685" y="2355086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36">
            <a:extLst>
              <a:ext uri="{FF2B5EF4-FFF2-40B4-BE49-F238E27FC236}">
                <a16:creationId xmlns:a16="http://schemas.microsoft.com/office/drawing/2014/main" id="{B79947A2-A729-2C3E-913A-8DC2A9A3E03C}"/>
              </a:ext>
            </a:extLst>
          </p:cNvPr>
          <p:cNvCxnSpPr>
            <a:cxnSpLocks/>
            <a:endCxn id="59" idx="3"/>
          </p:cNvCxnSpPr>
          <p:nvPr/>
        </p:nvCxnSpPr>
        <p:spPr>
          <a:xfrm rot="10800000" flipV="1">
            <a:off x="6699516" y="2148139"/>
            <a:ext cx="478525" cy="4212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8CAD41E-0833-75CE-2CF4-98FF7A1CFC62}"/>
              </a:ext>
            </a:extLst>
          </p:cNvPr>
          <p:cNvSpPr/>
          <p:nvPr/>
        </p:nvSpPr>
        <p:spPr>
          <a:xfrm>
            <a:off x="4615975" y="5237129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36">
            <a:extLst>
              <a:ext uri="{FF2B5EF4-FFF2-40B4-BE49-F238E27FC236}">
                <a16:creationId xmlns:a16="http://schemas.microsoft.com/office/drawing/2014/main" id="{CE0736CE-57CC-C7C0-AF2F-75BB2CC72C1E}"/>
              </a:ext>
            </a:extLst>
          </p:cNvPr>
          <p:cNvCxnSpPr>
            <a:cxnSpLocks/>
            <a:endCxn id="61" idx="3"/>
          </p:cNvCxnSpPr>
          <p:nvPr/>
        </p:nvCxnSpPr>
        <p:spPr>
          <a:xfrm rot="5400000">
            <a:off x="5285781" y="3559182"/>
            <a:ext cx="329128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F68F48C-783B-C40A-7B38-401541608A1C}"/>
              </a:ext>
            </a:extLst>
          </p:cNvPr>
          <p:cNvSpPr txBox="1"/>
          <p:nvPr/>
        </p:nvSpPr>
        <p:spPr>
          <a:xfrm>
            <a:off x="5425827" y="5328145"/>
            <a:ext cx="5709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0</a:t>
            </a:r>
          </a:p>
        </p:txBody>
      </p:sp>
    </p:spTree>
    <p:extLst>
      <p:ext uri="{BB962C8B-B14F-4D97-AF65-F5344CB8AC3E}">
        <p14:creationId xmlns:p14="http://schemas.microsoft.com/office/powerpoint/2010/main" val="3152112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E8927-41F7-9B1E-5C4E-04DB7550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7154" y="99986"/>
            <a:ext cx="2359128" cy="598582"/>
          </a:xfrm>
        </p:spPr>
        <p:txBody>
          <a:bodyPr>
            <a:noAutofit/>
          </a:bodyPr>
          <a:lstStyle/>
          <a:p>
            <a:r>
              <a:rPr lang="en-US" sz="2800" dirty="0"/>
              <a:t>Key Generator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37FD4E-49A9-72B2-28A1-E7D88C9D68DD}"/>
              </a:ext>
            </a:extLst>
          </p:cNvPr>
          <p:cNvGrpSpPr/>
          <p:nvPr/>
        </p:nvGrpSpPr>
        <p:grpSpPr>
          <a:xfrm>
            <a:off x="2171581" y="970906"/>
            <a:ext cx="7848837" cy="400685"/>
            <a:chOff x="1968263" y="1055622"/>
            <a:chExt cx="5157152" cy="40119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95BD45C-FF06-D572-9ABA-28B4CBF53786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687809-FE91-9646-9DE0-EC0FD7855149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74B5B8-69CA-6285-AB2F-90552E01FB84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375A819-1A58-0FE3-2143-38A4F7FDA18A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5454FFE-CA99-B7DF-711E-B8D2F5967BA7}"/>
              </a:ext>
            </a:extLst>
          </p:cNvPr>
          <p:cNvGrpSpPr/>
          <p:nvPr/>
        </p:nvGrpSpPr>
        <p:grpSpPr>
          <a:xfrm>
            <a:off x="2181741" y="1847206"/>
            <a:ext cx="7848837" cy="400685"/>
            <a:chOff x="1968263" y="1055622"/>
            <a:chExt cx="5157152" cy="40119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FFDDC5F-8DC2-57CB-3998-A48E5A2A522A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1BF34D-FCF7-D3CC-3678-5D666D4BC065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F3B249-D3B4-809A-0301-CB2F2D8D02C1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A4F13ED-16BF-0CEF-67C1-C37068831A26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0305C0-9926-742C-F7B3-5AB046C7A5B9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3152686" y="1371088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0325D-D375-A1EC-7F36-7F507F9F49C9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9039314" y="137108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54C956-4E65-422A-90C1-B79A97090EE4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>
            <a:off x="7077105" y="1371591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551E548-E340-9E0A-80BC-D124B546F789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>
            <a:off x="5114895" y="137108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3E2950-3354-69EC-B453-C009AAD12033}"/>
              </a:ext>
            </a:extLst>
          </p:cNvPr>
          <p:cNvCxnSpPr>
            <a:cxnSpLocks/>
          </p:cNvCxnSpPr>
          <p:nvPr/>
        </p:nvCxnSpPr>
        <p:spPr>
          <a:xfrm>
            <a:off x="3169034" y="2269549"/>
            <a:ext cx="2" cy="453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BCBA607-862C-5077-47EB-CE68B99BB8D5}"/>
              </a:ext>
            </a:extLst>
          </p:cNvPr>
          <p:cNvSpPr/>
          <p:nvPr/>
        </p:nvSpPr>
        <p:spPr>
          <a:xfrm>
            <a:off x="2968944" y="2745669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05C2D0-C807-2189-86F7-435D2B51CBA3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3169035" y="2745669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82667F2-2D5B-9057-9C23-D3E2A75A22E4}"/>
              </a:ext>
            </a:extLst>
          </p:cNvPr>
          <p:cNvCxnSpPr>
            <a:cxnSpLocks/>
            <a:stCxn id="24" idx="6"/>
            <a:endCxn id="24" idx="2"/>
          </p:cNvCxnSpPr>
          <p:nvPr/>
        </p:nvCxnSpPr>
        <p:spPr>
          <a:xfrm flipH="1">
            <a:off x="2968944" y="294576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FB77D71-55F0-3989-9364-D39A84D2F102}"/>
              </a:ext>
            </a:extLst>
          </p:cNvPr>
          <p:cNvCxnSpPr>
            <a:cxnSpLocks/>
            <a:stCxn id="18" idx="2"/>
            <a:endCxn id="33" idx="0"/>
          </p:cNvCxnSpPr>
          <p:nvPr/>
        </p:nvCxnSpPr>
        <p:spPr>
          <a:xfrm>
            <a:off x="5125055" y="2247387"/>
            <a:ext cx="6348" cy="10968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9BC7BF5-9229-5A72-5F22-B3D6913C595A}"/>
              </a:ext>
            </a:extLst>
          </p:cNvPr>
          <p:cNvSpPr/>
          <p:nvPr/>
        </p:nvSpPr>
        <p:spPr>
          <a:xfrm>
            <a:off x="4931312" y="334428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0E746F6-F67A-F394-F83B-E767CDA53B2E}"/>
              </a:ext>
            </a:extLst>
          </p:cNvPr>
          <p:cNvCxnSpPr>
            <a:stCxn id="33" idx="0"/>
            <a:endCxn id="33" idx="4"/>
          </p:cNvCxnSpPr>
          <p:nvPr/>
        </p:nvCxnSpPr>
        <p:spPr>
          <a:xfrm>
            <a:off x="5131403" y="3344284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7BC57B-775F-3D28-857A-375312C077C8}"/>
              </a:ext>
            </a:extLst>
          </p:cNvPr>
          <p:cNvCxnSpPr>
            <a:cxnSpLocks/>
            <a:stCxn id="33" idx="6"/>
            <a:endCxn id="33" idx="2"/>
          </p:cNvCxnSpPr>
          <p:nvPr/>
        </p:nvCxnSpPr>
        <p:spPr>
          <a:xfrm flipH="1">
            <a:off x="4931312" y="3544375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CC2EA0B-FFAF-4E42-E280-F309DFDBC957}"/>
              </a:ext>
            </a:extLst>
          </p:cNvPr>
          <p:cNvCxnSpPr>
            <a:cxnSpLocks/>
            <a:stCxn id="17" idx="2"/>
            <a:endCxn id="41" idx="0"/>
          </p:cNvCxnSpPr>
          <p:nvPr/>
        </p:nvCxnSpPr>
        <p:spPr>
          <a:xfrm flipH="1">
            <a:off x="7087264" y="2247891"/>
            <a:ext cx="1" cy="14965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39E7DE9-1305-CCEE-55CF-2E0AEAF8D436}"/>
              </a:ext>
            </a:extLst>
          </p:cNvPr>
          <p:cNvGrpSpPr/>
          <p:nvPr/>
        </p:nvGrpSpPr>
        <p:grpSpPr>
          <a:xfrm>
            <a:off x="6887173" y="3744465"/>
            <a:ext cx="400181" cy="400181"/>
            <a:chOff x="6877012" y="4149598"/>
            <a:chExt cx="400181" cy="400181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75460B87-3F2C-9D97-A39B-91486B67B302}"/>
                </a:ext>
              </a:extLst>
            </p:cNvPr>
            <p:cNvSpPr/>
            <p:nvPr/>
          </p:nvSpPr>
          <p:spPr>
            <a:xfrm>
              <a:off x="6877012" y="4149598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5806E4B-E164-9348-A129-19CF294C3F3B}"/>
                </a:ext>
              </a:extLst>
            </p:cNvPr>
            <p:cNvCxnSpPr>
              <a:cxnSpLocks/>
              <a:stCxn id="41" idx="0"/>
              <a:endCxn id="41" idx="4"/>
            </p:cNvCxnSpPr>
            <p:nvPr/>
          </p:nvCxnSpPr>
          <p:spPr>
            <a:xfrm>
              <a:off x="7077103" y="4149598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EB9B89D-0AFE-1934-1ED0-5A00AEA6B8D6}"/>
                </a:ext>
              </a:extLst>
            </p:cNvPr>
            <p:cNvCxnSpPr>
              <a:cxnSpLocks/>
              <a:stCxn id="41" idx="6"/>
              <a:endCxn id="41" idx="2"/>
            </p:cNvCxnSpPr>
            <p:nvPr/>
          </p:nvCxnSpPr>
          <p:spPr>
            <a:xfrm flipH="1">
              <a:off x="6877012" y="4349689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F403295-266B-D2A0-0B75-50ECD910BE35}"/>
              </a:ext>
            </a:extLst>
          </p:cNvPr>
          <p:cNvCxnSpPr>
            <a:cxnSpLocks/>
            <a:stCxn id="16" idx="2"/>
            <a:endCxn id="55" idx="0"/>
          </p:cNvCxnSpPr>
          <p:nvPr/>
        </p:nvCxnSpPr>
        <p:spPr>
          <a:xfrm flipH="1">
            <a:off x="9049473" y="2247387"/>
            <a:ext cx="1" cy="18972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8977094-943C-E7AF-DA87-A3ACF88558C0}"/>
              </a:ext>
            </a:extLst>
          </p:cNvPr>
          <p:cNvGrpSpPr/>
          <p:nvPr/>
        </p:nvGrpSpPr>
        <p:grpSpPr>
          <a:xfrm>
            <a:off x="8849382" y="4144646"/>
            <a:ext cx="400181" cy="400181"/>
            <a:chOff x="6877012" y="4149598"/>
            <a:chExt cx="400181" cy="400181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D48002A-D8E5-4006-0D77-C1CAEEE1E3F6}"/>
                </a:ext>
              </a:extLst>
            </p:cNvPr>
            <p:cNvSpPr/>
            <p:nvPr/>
          </p:nvSpPr>
          <p:spPr>
            <a:xfrm>
              <a:off x="6877012" y="4149598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120B6517-147D-BC02-63E7-92930CD8B9BC}"/>
                </a:ext>
              </a:extLst>
            </p:cNvPr>
            <p:cNvCxnSpPr>
              <a:cxnSpLocks/>
              <a:stCxn id="55" idx="0"/>
              <a:endCxn id="55" idx="4"/>
            </p:cNvCxnSpPr>
            <p:nvPr/>
          </p:nvCxnSpPr>
          <p:spPr>
            <a:xfrm>
              <a:off x="7077103" y="4149598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68295F1-A406-530A-A541-6DBC709BC182}"/>
                </a:ext>
              </a:extLst>
            </p:cNvPr>
            <p:cNvCxnSpPr>
              <a:cxnSpLocks/>
              <a:stCxn id="55" idx="6"/>
              <a:endCxn id="55" idx="2"/>
            </p:cNvCxnSpPr>
            <p:nvPr/>
          </p:nvCxnSpPr>
          <p:spPr>
            <a:xfrm flipH="1">
              <a:off x="6877012" y="4349689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hlinkClick r:id="rId2" action="ppaction://hlinksldjump"/>
            <a:extLst>
              <a:ext uri="{FF2B5EF4-FFF2-40B4-BE49-F238E27FC236}">
                <a16:creationId xmlns:a16="http://schemas.microsoft.com/office/drawing/2014/main" id="{E41AD7BD-07D9-0A18-B00A-C042390959E9}"/>
              </a:ext>
            </a:extLst>
          </p:cNvPr>
          <p:cNvSpPr/>
          <p:nvPr/>
        </p:nvSpPr>
        <p:spPr>
          <a:xfrm>
            <a:off x="3851910" y="2745669"/>
            <a:ext cx="498319" cy="400685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hlinkClick r:id="rId2" action="ppaction://hlinksldjump"/>
            <a:extLst>
              <a:ext uri="{FF2B5EF4-FFF2-40B4-BE49-F238E27FC236}">
                <a16:creationId xmlns:a16="http://schemas.microsoft.com/office/drawing/2014/main" id="{B3D86C4B-A6BB-55E8-A33B-CCED48B941A8}"/>
              </a:ext>
            </a:extLst>
          </p:cNvPr>
          <p:cNvSpPr txBox="1"/>
          <p:nvPr/>
        </p:nvSpPr>
        <p:spPr>
          <a:xfrm>
            <a:off x="3951062" y="2722808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15FCDFC-96D2-DB42-A135-80424BA6A6B1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4350229" y="2945759"/>
            <a:ext cx="4699243" cy="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96D3C5-5E0F-C092-3E44-5B65865B78BC}"/>
              </a:ext>
            </a:extLst>
          </p:cNvPr>
          <p:cNvCxnSpPr>
            <a:cxnSpLocks/>
            <a:stCxn id="59" idx="1"/>
            <a:endCxn id="24" idx="6"/>
          </p:cNvCxnSpPr>
          <p:nvPr/>
        </p:nvCxnSpPr>
        <p:spPr>
          <a:xfrm flipH="1" flipV="1">
            <a:off x="3369125" y="2945760"/>
            <a:ext cx="482785" cy="2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58F9BD4-D98B-C2AF-7216-6E2D09A720DA}"/>
              </a:ext>
            </a:extLst>
          </p:cNvPr>
          <p:cNvCxnSpPr>
            <a:cxnSpLocks/>
            <a:stCxn id="24" idx="4"/>
            <a:endCxn id="77" idx="0"/>
          </p:cNvCxnSpPr>
          <p:nvPr/>
        </p:nvCxnSpPr>
        <p:spPr>
          <a:xfrm flipH="1">
            <a:off x="3162846" y="3145850"/>
            <a:ext cx="6189" cy="2295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84CDE17-4D18-EB16-AF1F-D5FB4CCF175D}"/>
              </a:ext>
            </a:extLst>
          </p:cNvPr>
          <p:cNvGrpSpPr/>
          <p:nvPr/>
        </p:nvGrpSpPr>
        <p:grpSpPr>
          <a:xfrm>
            <a:off x="2181741" y="5441131"/>
            <a:ext cx="7848837" cy="400685"/>
            <a:chOff x="1968263" y="1055622"/>
            <a:chExt cx="5157152" cy="40119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A82F8E07-952B-F182-3F49-C4935716922F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AFEE3BB-8303-4BD1-8178-9049FE61DDDE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8B09B24-F4F0-2AA5-33DB-75A0497055BC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59DDC04-6722-758D-5A04-6102E674EA29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DCA240-FF6D-F4E3-9689-DFF696A568A6}"/>
              </a:ext>
            </a:extLst>
          </p:cNvPr>
          <p:cNvCxnSpPr>
            <a:cxnSpLocks/>
            <a:stCxn id="33" idx="4"/>
            <a:endCxn id="80" idx="0"/>
          </p:cNvCxnSpPr>
          <p:nvPr/>
        </p:nvCxnSpPr>
        <p:spPr>
          <a:xfrm flipH="1">
            <a:off x="5125055" y="3744465"/>
            <a:ext cx="6348" cy="1696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5CB6E7E-6B9E-713B-FCFD-D555A45970C6}"/>
              </a:ext>
            </a:extLst>
          </p:cNvPr>
          <p:cNvCxnSpPr>
            <a:cxnSpLocks/>
            <a:stCxn id="41" idx="4"/>
            <a:endCxn id="79" idx="0"/>
          </p:cNvCxnSpPr>
          <p:nvPr/>
        </p:nvCxnSpPr>
        <p:spPr>
          <a:xfrm>
            <a:off x="7087264" y="4144646"/>
            <a:ext cx="1" cy="12969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4371038-6118-6B86-C83F-2818FEF4F1A7}"/>
              </a:ext>
            </a:extLst>
          </p:cNvPr>
          <p:cNvCxnSpPr>
            <a:cxnSpLocks/>
            <a:stCxn id="55" idx="4"/>
            <a:endCxn id="78" idx="0"/>
          </p:cNvCxnSpPr>
          <p:nvPr/>
        </p:nvCxnSpPr>
        <p:spPr>
          <a:xfrm>
            <a:off x="9049473" y="4544827"/>
            <a:ext cx="1" cy="8963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EE3569B-3BB7-5176-33A1-1F4C28B867EA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3169195" y="3544375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37B5E44-9CC9-954D-FE9E-DD197F71D558}"/>
              </a:ext>
            </a:extLst>
          </p:cNvPr>
          <p:cNvCxnSpPr>
            <a:cxnSpLocks/>
          </p:cNvCxnSpPr>
          <p:nvPr/>
        </p:nvCxnSpPr>
        <p:spPr>
          <a:xfrm>
            <a:off x="5131404" y="3944555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B7FA757-E822-6FBF-9445-82E2EDF73EFD}"/>
              </a:ext>
            </a:extLst>
          </p:cNvPr>
          <p:cNvCxnSpPr>
            <a:cxnSpLocks/>
          </p:cNvCxnSpPr>
          <p:nvPr/>
        </p:nvCxnSpPr>
        <p:spPr>
          <a:xfrm>
            <a:off x="7077103" y="4344736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42CCEF5B-A189-5CC6-6847-29CE2E1A356E}"/>
              </a:ext>
            </a:extLst>
          </p:cNvPr>
          <p:cNvSpPr/>
          <p:nvPr/>
        </p:nvSpPr>
        <p:spPr>
          <a:xfrm>
            <a:off x="3137960" y="3514657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110F815-6A88-12C5-635E-6D8622C94F89}"/>
              </a:ext>
            </a:extLst>
          </p:cNvPr>
          <p:cNvSpPr/>
          <p:nvPr/>
        </p:nvSpPr>
        <p:spPr>
          <a:xfrm>
            <a:off x="9016647" y="2915131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685EEB4-AEB8-A096-6433-D4620B32118C}"/>
              </a:ext>
            </a:extLst>
          </p:cNvPr>
          <p:cNvSpPr/>
          <p:nvPr/>
        </p:nvSpPr>
        <p:spPr>
          <a:xfrm>
            <a:off x="5095404" y="3920502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4B390DA-291F-79E6-ED51-5EEB422CA945}"/>
              </a:ext>
            </a:extLst>
          </p:cNvPr>
          <p:cNvSpPr/>
          <p:nvPr/>
        </p:nvSpPr>
        <p:spPr>
          <a:xfrm>
            <a:off x="7052979" y="4314255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600196E-EEE4-178D-A7A2-D6E44E4A1678}"/>
              </a:ext>
            </a:extLst>
          </p:cNvPr>
          <p:cNvCxnSpPr>
            <a:cxnSpLocks/>
          </p:cNvCxnSpPr>
          <p:nvPr/>
        </p:nvCxnSpPr>
        <p:spPr>
          <a:xfrm flipH="1">
            <a:off x="3104782" y="149106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1941C54-B43B-FBD2-1297-63A240D956D7}"/>
              </a:ext>
            </a:extLst>
          </p:cNvPr>
          <p:cNvCxnSpPr>
            <a:cxnSpLocks/>
          </p:cNvCxnSpPr>
          <p:nvPr/>
        </p:nvCxnSpPr>
        <p:spPr>
          <a:xfrm flipH="1">
            <a:off x="5066991" y="1490072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72B0ED7-69D2-975D-D403-D802493D58AC}"/>
              </a:ext>
            </a:extLst>
          </p:cNvPr>
          <p:cNvCxnSpPr>
            <a:cxnSpLocks/>
          </p:cNvCxnSpPr>
          <p:nvPr/>
        </p:nvCxnSpPr>
        <p:spPr>
          <a:xfrm flipH="1">
            <a:off x="7012690" y="149106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450C989-F794-1EEC-B368-C6C1228550AC}"/>
              </a:ext>
            </a:extLst>
          </p:cNvPr>
          <p:cNvCxnSpPr>
            <a:cxnSpLocks/>
          </p:cNvCxnSpPr>
          <p:nvPr/>
        </p:nvCxnSpPr>
        <p:spPr>
          <a:xfrm flipH="1">
            <a:off x="8985058" y="1496686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467FF75-6A23-2724-F323-C480C7166DBB}"/>
              </a:ext>
            </a:extLst>
          </p:cNvPr>
          <p:cNvSpPr txBox="1"/>
          <p:nvPr/>
        </p:nvSpPr>
        <p:spPr>
          <a:xfrm>
            <a:off x="2273695" y="986332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K0    K1    K2    K3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D52DAE7-DEF2-E2BC-5740-0FB2EFFA4C02}"/>
              </a:ext>
            </a:extLst>
          </p:cNvPr>
          <p:cNvSpPr txBox="1"/>
          <p:nvPr/>
        </p:nvSpPr>
        <p:spPr>
          <a:xfrm>
            <a:off x="4242803" y="992677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K4    K5    K6    K7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B92A85-CAA3-0DCB-07A5-2ECA47F07CA3}"/>
              </a:ext>
            </a:extLst>
          </p:cNvPr>
          <p:cNvSpPr txBox="1"/>
          <p:nvPr/>
        </p:nvSpPr>
        <p:spPr>
          <a:xfrm>
            <a:off x="6126718" y="978484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K8    K9   K10   K11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85496246-E14F-9921-5C04-97C3CE082AB6}"/>
              </a:ext>
            </a:extLst>
          </p:cNvPr>
          <p:cNvSpPr txBox="1"/>
          <p:nvPr/>
        </p:nvSpPr>
        <p:spPr>
          <a:xfrm>
            <a:off x="8078766" y="979225"/>
            <a:ext cx="1962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K12  K13  K14  K15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B4F9A9F-DF7A-EDD4-AA8C-4C53D588EDAC}"/>
              </a:ext>
            </a:extLst>
          </p:cNvPr>
          <p:cNvSpPr txBox="1"/>
          <p:nvPr/>
        </p:nvSpPr>
        <p:spPr>
          <a:xfrm>
            <a:off x="3179356" y="1404063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E15D916-8CF7-48B9-AB7E-F34B6CFD77E8}"/>
              </a:ext>
            </a:extLst>
          </p:cNvPr>
          <p:cNvSpPr txBox="1"/>
          <p:nvPr/>
        </p:nvSpPr>
        <p:spPr>
          <a:xfrm>
            <a:off x="5134861" y="1406017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24BC49-CF8E-B6AE-59DA-8E0633A0BCFE}"/>
              </a:ext>
            </a:extLst>
          </p:cNvPr>
          <p:cNvSpPr txBox="1"/>
          <p:nvPr/>
        </p:nvSpPr>
        <p:spPr>
          <a:xfrm>
            <a:off x="7105661" y="1399332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4B669A6-541D-096A-45B9-4D819567F003}"/>
              </a:ext>
            </a:extLst>
          </p:cNvPr>
          <p:cNvSpPr txBox="1"/>
          <p:nvPr/>
        </p:nvSpPr>
        <p:spPr>
          <a:xfrm>
            <a:off x="9077020" y="1425944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98956C7-D911-F1F1-A226-E8F123FF099F}"/>
              </a:ext>
            </a:extLst>
          </p:cNvPr>
          <p:cNvSpPr txBox="1"/>
          <p:nvPr/>
        </p:nvSpPr>
        <p:spPr>
          <a:xfrm>
            <a:off x="2273695" y="1857819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W[0]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B07DD4C-88D2-474C-1612-C268E2ADB8F6}"/>
              </a:ext>
            </a:extLst>
          </p:cNvPr>
          <p:cNvSpPr txBox="1"/>
          <p:nvPr/>
        </p:nvSpPr>
        <p:spPr>
          <a:xfrm>
            <a:off x="4174521" y="1861520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W[1]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56D91C6-8658-937A-3635-9E9C8EDD76B1}"/>
              </a:ext>
            </a:extLst>
          </p:cNvPr>
          <p:cNvSpPr txBox="1"/>
          <p:nvPr/>
        </p:nvSpPr>
        <p:spPr>
          <a:xfrm>
            <a:off x="6126718" y="1849971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W[2]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80F11DA-1D08-3D21-7B4B-672ACD9A95D7}"/>
              </a:ext>
            </a:extLst>
          </p:cNvPr>
          <p:cNvSpPr txBox="1"/>
          <p:nvPr/>
        </p:nvSpPr>
        <p:spPr>
          <a:xfrm>
            <a:off x="8078766" y="1850712"/>
            <a:ext cx="1941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W[3]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80D4BF4-5A69-0E59-CE82-EE277FA94604}"/>
              </a:ext>
            </a:extLst>
          </p:cNvPr>
          <p:cNvSpPr txBox="1"/>
          <p:nvPr/>
        </p:nvSpPr>
        <p:spPr>
          <a:xfrm>
            <a:off x="2273695" y="5440350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W[4]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7BD6C84-7457-F838-5DD8-ED66E45A68E8}"/>
              </a:ext>
            </a:extLst>
          </p:cNvPr>
          <p:cNvSpPr txBox="1"/>
          <p:nvPr/>
        </p:nvSpPr>
        <p:spPr>
          <a:xfrm>
            <a:off x="4174521" y="5444051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W[5]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87E5195-C7A3-7404-F911-8E7236CF253F}"/>
              </a:ext>
            </a:extLst>
          </p:cNvPr>
          <p:cNvSpPr txBox="1"/>
          <p:nvPr/>
        </p:nvSpPr>
        <p:spPr>
          <a:xfrm>
            <a:off x="6126718" y="5432502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W[6]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12633EB-9AF0-23D8-79A4-DBE254123920}"/>
              </a:ext>
            </a:extLst>
          </p:cNvPr>
          <p:cNvSpPr txBox="1"/>
          <p:nvPr/>
        </p:nvSpPr>
        <p:spPr>
          <a:xfrm>
            <a:off x="8078766" y="5433243"/>
            <a:ext cx="1941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W[8]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9FFF562-8F9B-3854-F86D-1CE55A96927C}"/>
              </a:ext>
            </a:extLst>
          </p:cNvPr>
          <p:cNvSpPr txBox="1"/>
          <p:nvPr/>
        </p:nvSpPr>
        <p:spPr>
          <a:xfrm>
            <a:off x="209372" y="1849971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Round key 0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0DECA99-FE44-4CBC-E748-2BE460A5DA59}"/>
              </a:ext>
            </a:extLst>
          </p:cNvPr>
          <p:cNvSpPr txBox="1"/>
          <p:nvPr/>
        </p:nvSpPr>
        <p:spPr>
          <a:xfrm>
            <a:off x="280915" y="5456555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Next round key</a:t>
            </a:r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417B3D8-05FC-EBE2-8A73-2E617722E42E}"/>
              </a:ext>
            </a:extLst>
          </p:cNvPr>
          <p:cNvCxnSpPr>
            <a:cxnSpLocks/>
          </p:cNvCxnSpPr>
          <p:nvPr/>
        </p:nvCxnSpPr>
        <p:spPr>
          <a:xfrm>
            <a:off x="3148507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4DAA52E5-258D-5D34-0460-EB8459B07CC9}"/>
              </a:ext>
            </a:extLst>
          </p:cNvPr>
          <p:cNvCxnSpPr>
            <a:cxnSpLocks/>
          </p:cNvCxnSpPr>
          <p:nvPr/>
        </p:nvCxnSpPr>
        <p:spPr>
          <a:xfrm>
            <a:off x="5131404" y="5844760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80121B1-8001-5154-8407-01869DF5230A}"/>
              </a:ext>
            </a:extLst>
          </p:cNvPr>
          <p:cNvCxnSpPr>
            <a:cxnSpLocks/>
          </p:cNvCxnSpPr>
          <p:nvPr/>
        </p:nvCxnSpPr>
        <p:spPr>
          <a:xfrm>
            <a:off x="7091676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928FCB2-96E3-11E0-9487-38080C452A40}"/>
              </a:ext>
            </a:extLst>
          </p:cNvPr>
          <p:cNvCxnSpPr>
            <a:cxnSpLocks/>
          </p:cNvCxnSpPr>
          <p:nvPr/>
        </p:nvCxnSpPr>
        <p:spPr>
          <a:xfrm>
            <a:off x="9071059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547DA04-14DB-3B77-F0FA-DDFF4A8FC91F}"/>
              </a:ext>
            </a:extLst>
          </p:cNvPr>
          <p:cNvCxnSpPr>
            <a:cxnSpLocks/>
          </p:cNvCxnSpPr>
          <p:nvPr/>
        </p:nvCxnSpPr>
        <p:spPr>
          <a:xfrm>
            <a:off x="4133790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BD9C2AA-105F-164F-E6FA-B7D81E78D0BF}"/>
              </a:ext>
            </a:extLst>
          </p:cNvPr>
          <p:cNvCxnSpPr>
            <a:cxnSpLocks/>
          </p:cNvCxnSpPr>
          <p:nvPr/>
        </p:nvCxnSpPr>
        <p:spPr>
          <a:xfrm>
            <a:off x="8102599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FC33451-09F6-D263-E4AA-EC89CEED54CA}"/>
              </a:ext>
            </a:extLst>
          </p:cNvPr>
          <p:cNvCxnSpPr>
            <a:cxnSpLocks/>
          </p:cNvCxnSpPr>
          <p:nvPr/>
        </p:nvCxnSpPr>
        <p:spPr>
          <a:xfrm>
            <a:off x="6095999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749B01-09EA-9E1F-2FDF-79DC13B5C9B5}"/>
              </a:ext>
            </a:extLst>
          </p:cNvPr>
          <p:cNvCxnSpPr>
            <a:cxnSpLocks/>
            <a:endCxn id="125" idx="3"/>
          </p:cNvCxnSpPr>
          <p:nvPr/>
        </p:nvCxnSpPr>
        <p:spPr>
          <a:xfrm flipH="1">
            <a:off x="10020655" y="2027751"/>
            <a:ext cx="666395" cy="76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8307FD-9B46-FC4E-F4DC-972D02CB7335}"/>
              </a:ext>
            </a:extLst>
          </p:cNvPr>
          <p:cNvSpPr txBox="1"/>
          <p:nvPr/>
        </p:nvSpPr>
        <p:spPr>
          <a:xfrm>
            <a:off x="10559681" y="1719319"/>
            <a:ext cx="1778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Enable from FSM</a:t>
            </a:r>
          </a:p>
        </p:txBody>
      </p:sp>
    </p:spTree>
    <p:extLst>
      <p:ext uri="{BB962C8B-B14F-4D97-AF65-F5344CB8AC3E}">
        <p14:creationId xmlns:p14="http://schemas.microsoft.com/office/powerpoint/2010/main" val="3357552373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9AEBA-D84B-897B-9B28-8DCBF4D7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1CD78C72-D367-A159-9532-1A04DA933F19}"/>
              </a:ext>
            </a:extLst>
          </p:cNvPr>
          <p:cNvSpPr txBox="1">
            <a:spLocks/>
          </p:cNvSpPr>
          <p:nvPr/>
        </p:nvSpPr>
        <p:spPr>
          <a:xfrm>
            <a:off x="4947154" y="99986"/>
            <a:ext cx="2359128" cy="5985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/>
              <a:t>Key Generator</a:t>
            </a:r>
            <a:endParaRPr lang="en-US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65FD1F-7364-E5CB-673E-80C887183EA8}"/>
              </a:ext>
            </a:extLst>
          </p:cNvPr>
          <p:cNvSpPr txBox="1"/>
          <p:nvPr/>
        </p:nvSpPr>
        <p:spPr>
          <a:xfrm>
            <a:off x="457052" y="1119351"/>
            <a:ext cx="4416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 comb. Block with FSM to calculate the next key and put it in the round key register.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C6B173-2D56-E6A0-1CD2-82398B630CEF}"/>
              </a:ext>
            </a:extLst>
          </p:cNvPr>
          <p:cNvSpPr txBox="1"/>
          <p:nvPr/>
        </p:nvSpPr>
        <p:spPr>
          <a:xfrm>
            <a:off x="462704" y="2566526"/>
            <a:ext cx="42635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Then the previous key is used to calculate the next key and store it in the register.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A82FCC-192E-014C-0EEE-40685990EB4D}"/>
              </a:ext>
            </a:extLst>
          </p:cNvPr>
          <p:cNvSpPr txBox="1"/>
          <p:nvPr/>
        </p:nvSpPr>
        <p:spPr>
          <a:xfrm>
            <a:off x="457052" y="4321479"/>
            <a:ext cx="38634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enable signal is provided from the FSM for 11 cycles to calculate all the keys and then every key is assigned to its correct register.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DF78B638-5104-3F37-9B24-D9589AE3B92E}"/>
              </a:ext>
            </a:extLst>
          </p:cNvPr>
          <p:cNvGrpSpPr/>
          <p:nvPr/>
        </p:nvGrpSpPr>
        <p:grpSpPr>
          <a:xfrm>
            <a:off x="7433133" y="698568"/>
            <a:ext cx="4525700" cy="2497493"/>
            <a:chOff x="209372" y="970906"/>
            <a:chExt cx="9913399" cy="547067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A4E0F4A-A27A-39A5-6662-1F377A1EAE07}"/>
                </a:ext>
              </a:extLst>
            </p:cNvPr>
            <p:cNvGrpSpPr/>
            <p:nvPr/>
          </p:nvGrpSpPr>
          <p:grpSpPr>
            <a:xfrm>
              <a:off x="2171581" y="970906"/>
              <a:ext cx="7848837" cy="400685"/>
              <a:chOff x="1968263" y="1055622"/>
              <a:chExt cx="5157152" cy="40119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F065D3-CAEE-2705-207F-21C10717783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6F0E4A-C470-E03A-23B3-E46710D1C9E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C160A45-ADD2-F9CA-1310-CE6FA31088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A97E41-02B6-27C8-6AB3-D4C6F272F06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9EE43E7-7DEE-2ECC-BB74-060641920818}"/>
                </a:ext>
              </a:extLst>
            </p:cNvPr>
            <p:cNvGrpSpPr/>
            <p:nvPr/>
          </p:nvGrpSpPr>
          <p:grpSpPr>
            <a:xfrm>
              <a:off x="2181741" y="1847206"/>
              <a:ext cx="7848837" cy="400685"/>
              <a:chOff x="1968263" y="1055622"/>
              <a:chExt cx="5157152" cy="40119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9310186-88EC-6609-7198-045B75C3195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C18978-C269-871F-104D-F30C39AC314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9A21AB7-54E2-2709-61AC-95EA4366B77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A85DECF-B691-65D4-8229-AE3F9F9D285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515B375-B508-15F9-9FF3-F25388E194D7}"/>
                </a:ext>
              </a:extLst>
            </p:cNvPr>
            <p:cNvCxnSpPr>
              <a:cxnSpLocks/>
              <a:stCxn id="28" idx="2"/>
              <a:endCxn id="48" idx="0"/>
            </p:cNvCxnSpPr>
            <p:nvPr/>
          </p:nvCxnSpPr>
          <p:spPr>
            <a:xfrm>
              <a:off x="3152686" y="1371088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FDBFC88-84ED-F399-545B-4D33FFD47BCE}"/>
                </a:ext>
              </a:extLst>
            </p:cNvPr>
            <p:cNvCxnSpPr>
              <a:cxnSpLocks/>
              <a:stCxn id="29" idx="2"/>
              <a:endCxn id="49" idx="0"/>
            </p:cNvCxnSpPr>
            <p:nvPr/>
          </p:nvCxnSpPr>
          <p:spPr>
            <a:xfrm>
              <a:off x="9039314" y="1371087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CB6B309-CB50-AC9F-48AD-29AE095230EB}"/>
                </a:ext>
              </a:extLst>
            </p:cNvPr>
            <p:cNvCxnSpPr>
              <a:cxnSpLocks/>
              <a:stCxn id="45" idx="2"/>
              <a:endCxn id="50" idx="0"/>
            </p:cNvCxnSpPr>
            <p:nvPr/>
          </p:nvCxnSpPr>
          <p:spPr>
            <a:xfrm>
              <a:off x="7077105" y="1371591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E5BEF5B4-C156-B7A5-0613-B1AE51630BC3}"/>
                </a:ext>
              </a:extLst>
            </p:cNvPr>
            <p:cNvCxnSpPr>
              <a:cxnSpLocks/>
              <a:stCxn id="46" idx="2"/>
              <a:endCxn id="51" idx="0"/>
            </p:cNvCxnSpPr>
            <p:nvPr/>
          </p:nvCxnSpPr>
          <p:spPr>
            <a:xfrm>
              <a:off x="5114895" y="1371087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5DD73D8-9302-6FB8-7347-E621C5650002}"/>
                </a:ext>
              </a:extLst>
            </p:cNvPr>
            <p:cNvCxnSpPr>
              <a:cxnSpLocks/>
            </p:cNvCxnSpPr>
            <p:nvPr/>
          </p:nvCxnSpPr>
          <p:spPr>
            <a:xfrm>
              <a:off x="3169034" y="2269549"/>
              <a:ext cx="2" cy="4539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CD2CDC2-0802-41F6-0E29-B0B849B2C537}"/>
                </a:ext>
              </a:extLst>
            </p:cNvPr>
            <p:cNvSpPr/>
            <p:nvPr/>
          </p:nvSpPr>
          <p:spPr>
            <a:xfrm>
              <a:off x="2968944" y="2745669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E2088BD-541F-F6FB-A9EF-5CC8DA27F354}"/>
                </a:ext>
              </a:extLst>
            </p:cNvPr>
            <p:cNvCxnSpPr>
              <a:stCxn id="57" idx="0"/>
              <a:endCxn id="57" idx="4"/>
            </p:cNvCxnSpPr>
            <p:nvPr/>
          </p:nvCxnSpPr>
          <p:spPr>
            <a:xfrm>
              <a:off x="3169035" y="2745669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F953735-0FC1-EF09-6107-D7C9520262D6}"/>
                </a:ext>
              </a:extLst>
            </p:cNvPr>
            <p:cNvCxnSpPr>
              <a:cxnSpLocks/>
              <a:stCxn id="57" idx="6"/>
              <a:endCxn id="57" idx="2"/>
            </p:cNvCxnSpPr>
            <p:nvPr/>
          </p:nvCxnSpPr>
          <p:spPr>
            <a:xfrm flipH="1">
              <a:off x="2968944" y="2945760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99AE1E2-2F08-3F61-D6A5-628BFC4874FD}"/>
                </a:ext>
              </a:extLst>
            </p:cNvPr>
            <p:cNvCxnSpPr>
              <a:cxnSpLocks/>
              <a:stCxn id="51" idx="2"/>
              <a:endCxn id="61" idx="0"/>
            </p:cNvCxnSpPr>
            <p:nvPr/>
          </p:nvCxnSpPr>
          <p:spPr>
            <a:xfrm>
              <a:off x="5125055" y="2247387"/>
              <a:ext cx="6348" cy="10968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8E576EC-E682-BB62-FDE4-EECEFC94F281}"/>
                </a:ext>
              </a:extLst>
            </p:cNvPr>
            <p:cNvSpPr/>
            <p:nvPr/>
          </p:nvSpPr>
          <p:spPr>
            <a:xfrm>
              <a:off x="4931312" y="3344284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0080505-73AD-CDF0-17CC-1E7D7EE08897}"/>
                </a:ext>
              </a:extLst>
            </p:cNvPr>
            <p:cNvCxnSpPr>
              <a:stCxn id="61" idx="0"/>
              <a:endCxn id="61" idx="4"/>
            </p:cNvCxnSpPr>
            <p:nvPr/>
          </p:nvCxnSpPr>
          <p:spPr>
            <a:xfrm>
              <a:off x="5131403" y="3344284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DA32E2E-CB35-342E-D439-839B0B73E777}"/>
                </a:ext>
              </a:extLst>
            </p:cNvPr>
            <p:cNvCxnSpPr>
              <a:cxnSpLocks/>
              <a:stCxn id="61" idx="6"/>
              <a:endCxn id="61" idx="2"/>
            </p:cNvCxnSpPr>
            <p:nvPr/>
          </p:nvCxnSpPr>
          <p:spPr>
            <a:xfrm flipH="1">
              <a:off x="4931312" y="3544375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505E17F-2ACD-B8AA-2495-6E421AD77DA4}"/>
                </a:ext>
              </a:extLst>
            </p:cNvPr>
            <p:cNvCxnSpPr>
              <a:cxnSpLocks/>
              <a:stCxn id="50" idx="2"/>
              <a:endCxn id="67" idx="0"/>
            </p:cNvCxnSpPr>
            <p:nvPr/>
          </p:nvCxnSpPr>
          <p:spPr>
            <a:xfrm flipH="1">
              <a:off x="7087264" y="2247891"/>
              <a:ext cx="1" cy="14965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A5C4063-B4EF-739A-7BF4-951E37C92CA1}"/>
                </a:ext>
              </a:extLst>
            </p:cNvPr>
            <p:cNvGrpSpPr/>
            <p:nvPr/>
          </p:nvGrpSpPr>
          <p:grpSpPr>
            <a:xfrm>
              <a:off x="6887173" y="3744465"/>
              <a:ext cx="400181" cy="400181"/>
              <a:chOff x="6877012" y="4149598"/>
              <a:chExt cx="400181" cy="400181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44A254B-3861-1195-5B76-2BC7D085A84B}"/>
                  </a:ext>
                </a:extLst>
              </p:cNvPr>
              <p:cNvSpPr/>
              <p:nvPr/>
            </p:nvSpPr>
            <p:spPr>
              <a:xfrm>
                <a:off x="6877012" y="4149598"/>
                <a:ext cx="400181" cy="40018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E71D61A3-7581-15A7-7A41-FEB589CC165D}"/>
                  </a:ext>
                </a:extLst>
              </p:cNvPr>
              <p:cNvCxnSpPr>
                <a:cxnSpLocks/>
                <a:stCxn id="67" idx="0"/>
                <a:endCxn id="67" idx="4"/>
              </p:cNvCxnSpPr>
              <p:nvPr/>
            </p:nvCxnSpPr>
            <p:spPr>
              <a:xfrm>
                <a:off x="7077103" y="4149598"/>
                <a:ext cx="0" cy="4001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765E13AD-C4A2-A7B2-931B-E8B6EF782490}"/>
                  </a:ext>
                </a:extLst>
              </p:cNvPr>
              <p:cNvCxnSpPr>
                <a:cxnSpLocks/>
                <a:stCxn id="67" idx="6"/>
                <a:endCxn id="67" idx="2"/>
              </p:cNvCxnSpPr>
              <p:nvPr/>
            </p:nvCxnSpPr>
            <p:spPr>
              <a:xfrm flipH="1">
                <a:off x="6877012" y="4349689"/>
                <a:ext cx="40018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013A3CFF-ACBF-5541-CBBC-C51325322CF7}"/>
                </a:ext>
              </a:extLst>
            </p:cNvPr>
            <p:cNvCxnSpPr>
              <a:cxnSpLocks/>
              <a:stCxn id="49" idx="2"/>
              <a:endCxn id="72" idx="0"/>
            </p:cNvCxnSpPr>
            <p:nvPr/>
          </p:nvCxnSpPr>
          <p:spPr>
            <a:xfrm flipH="1">
              <a:off x="9049473" y="2247387"/>
              <a:ext cx="1" cy="189725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B44448B-7AAD-D1D3-6F98-66C13D087093}"/>
                </a:ext>
              </a:extLst>
            </p:cNvPr>
            <p:cNvGrpSpPr/>
            <p:nvPr/>
          </p:nvGrpSpPr>
          <p:grpSpPr>
            <a:xfrm>
              <a:off x="8849382" y="4144646"/>
              <a:ext cx="400181" cy="400181"/>
              <a:chOff x="6877012" y="4149598"/>
              <a:chExt cx="400181" cy="400181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3A5DEF2-8E9B-CA8A-9999-EC5F1DC46E12}"/>
                  </a:ext>
                </a:extLst>
              </p:cNvPr>
              <p:cNvSpPr/>
              <p:nvPr/>
            </p:nvSpPr>
            <p:spPr>
              <a:xfrm>
                <a:off x="6877012" y="4149598"/>
                <a:ext cx="400181" cy="40018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9E5F98CF-0994-F2E1-D4DE-94EF10826B53}"/>
                  </a:ext>
                </a:extLst>
              </p:cNvPr>
              <p:cNvCxnSpPr>
                <a:cxnSpLocks/>
                <a:stCxn id="72" idx="0"/>
                <a:endCxn id="72" idx="4"/>
              </p:cNvCxnSpPr>
              <p:nvPr/>
            </p:nvCxnSpPr>
            <p:spPr>
              <a:xfrm>
                <a:off x="7077103" y="4149598"/>
                <a:ext cx="0" cy="4001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34660FF7-31E0-4991-03CC-275F0A03CF56}"/>
                  </a:ext>
                </a:extLst>
              </p:cNvPr>
              <p:cNvCxnSpPr>
                <a:cxnSpLocks/>
                <a:stCxn id="72" idx="6"/>
                <a:endCxn id="72" idx="2"/>
              </p:cNvCxnSpPr>
              <p:nvPr/>
            </p:nvCxnSpPr>
            <p:spPr>
              <a:xfrm flipH="1">
                <a:off x="6877012" y="4349689"/>
                <a:ext cx="40018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5" name="Rectangle 74">
              <a:hlinkClick r:id="rId2" action="ppaction://hlinksldjump"/>
              <a:extLst>
                <a:ext uri="{FF2B5EF4-FFF2-40B4-BE49-F238E27FC236}">
                  <a16:creationId xmlns:a16="http://schemas.microsoft.com/office/drawing/2014/main" id="{0AC8B40E-94B5-1DE0-7D89-AF05C5F87D8C}"/>
                </a:ext>
              </a:extLst>
            </p:cNvPr>
            <p:cNvSpPr/>
            <p:nvPr/>
          </p:nvSpPr>
          <p:spPr>
            <a:xfrm>
              <a:off x="3851910" y="2745669"/>
              <a:ext cx="498319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hlinkClick r:id="rId2" action="ppaction://hlinksldjump"/>
              <a:extLst>
                <a:ext uri="{FF2B5EF4-FFF2-40B4-BE49-F238E27FC236}">
                  <a16:creationId xmlns:a16="http://schemas.microsoft.com/office/drawing/2014/main" id="{5C54A7C5-6CF1-C1DC-06EE-1993437B24B0}"/>
                </a:ext>
              </a:extLst>
            </p:cNvPr>
            <p:cNvSpPr txBox="1"/>
            <p:nvPr/>
          </p:nvSpPr>
          <p:spPr>
            <a:xfrm>
              <a:off x="3951061" y="2722809"/>
              <a:ext cx="296876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g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CEE34D-02D5-BE0D-DA3A-775FCA2C8FB5}"/>
                </a:ext>
              </a:extLst>
            </p:cNvPr>
            <p:cNvCxnSpPr>
              <a:cxnSpLocks/>
              <a:endCxn id="75" idx="3"/>
            </p:cNvCxnSpPr>
            <p:nvPr/>
          </p:nvCxnSpPr>
          <p:spPr>
            <a:xfrm flipH="1">
              <a:off x="4350229" y="2945759"/>
              <a:ext cx="4699243" cy="2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A030DAE3-B4FC-1F8C-30A0-46CB285EE4A9}"/>
                </a:ext>
              </a:extLst>
            </p:cNvPr>
            <p:cNvCxnSpPr>
              <a:cxnSpLocks/>
              <a:stCxn id="75" idx="1"/>
              <a:endCxn id="57" idx="6"/>
            </p:cNvCxnSpPr>
            <p:nvPr/>
          </p:nvCxnSpPr>
          <p:spPr>
            <a:xfrm flipH="1" flipV="1">
              <a:off x="3369125" y="2945760"/>
              <a:ext cx="482785" cy="2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184AEF5-FECA-DCA4-C61D-8CDE017115F6}"/>
                </a:ext>
              </a:extLst>
            </p:cNvPr>
            <p:cNvCxnSpPr>
              <a:cxnSpLocks/>
              <a:stCxn id="57" idx="4"/>
              <a:endCxn id="81" idx="0"/>
            </p:cNvCxnSpPr>
            <p:nvPr/>
          </p:nvCxnSpPr>
          <p:spPr>
            <a:xfrm flipH="1">
              <a:off x="3162846" y="3145850"/>
              <a:ext cx="6189" cy="22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E388C89-A9DC-92BA-B308-B40936C68853}"/>
                </a:ext>
              </a:extLst>
            </p:cNvPr>
            <p:cNvGrpSpPr/>
            <p:nvPr/>
          </p:nvGrpSpPr>
          <p:grpSpPr>
            <a:xfrm>
              <a:off x="2181741" y="5441131"/>
              <a:ext cx="7848837" cy="400685"/>
              <a:chOff x="1968263" y="1055622"/>
              <a:chExt cx="5157152" cy="40119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1680420-29C3-9B43-1A3F-C42310AB3BB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492DDE8-E641-F7F1-C378-7525EE48AA7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885CF69-A10C-95F5-EC25-642EC43700C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6D34C658-6D62-8645-038D-0EC1E488CD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D389F29-01FA-37BD-3B06-C3031351C50B}"/>
                </a:ext>
              </a:extLst>
            </p:cNvPr>
            <p:cNvCxnSpPr>
              <a:cxnSpLocks/>
              <a:stCxn id="61" idx="4"/>
              <a:endCxn id="89" idx="0"/>
            </p:cNvCxnSpPr>
            <p:nvPr/>
          </p:nvCxnSpPr>
          <p:spPr>
            <a:xfrm flipH="1">
              <a:off x="5125055" y="3744465"/>
              <a:ext cx="6348" cy="169666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A0567C5-E202-3CAB-C3B3-C71483B49EBB}"/>
                </a:ext>
              </a:extLst>
            </p:cNvPr>
            <p:cNvCxnSpPr>
              <a:cxnSpLocks/>
              <a:stCxn id="67" idx="4"/>
              <a:endCxn id="87" idx="0"/>
            </p:cNvCxnSpPr>
            <p:nvPr/>
          </p:nvCxnSpPr>
          <p:spPr>
            <a:xfrm>
              <a:off x="7087264" y="4144646"/>
              <a:ext cx="1" cy="129698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9290CAB-B31B-9EE1-9EBA-1426A3B28996}"/>
                </a:ext>
              </a:extLst>
            </p:cNvPr>
            <p:cNvCxnSpPr>
              <a:cxnSpLocks/>
              <a:stCxn id="72" idx="4"/>
              <a:endCxn id="86" idx="0"/>
            </p:cNvCxnSpPr>
            <p:nvPr/>
          </p:nvCxnSpPr>
          <p:spPr>
            <a:xfrm>
              <a:off x="9049473" y="4544827"/>
              <a:ext cx="1" cy="8963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770DBE1-23BF-EB8A-1BC0-8E812E087AB8}"/>
                </a:ext>
              </a:extLst>
            </p:cNvPr>
            <p:cNvCxnSpPr>
              <a:cxnSpLocks/>
              <a:endCxn id="61" idx="2"/>
            </p:cNvCxnSpPr>
            <p:nvPr/>
          </p:nvCxnSpPr>
          <p:spPr>
            <a:xfrm>
              <a:off x="3169195" y="3544375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B8EE657-2EEC-6110-F6B5-0E9D202F5F2E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04" y="3944555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3AA4C204-4040-3C9E-A0E5-5C259A9D84B2}"/>
                </a:ext>
              </a:extLst>
            </p:cNvPr>
            <p:cNvCxnSpPr>
              <a:cxnSpLocks/>
            </p:cNvCxnSpPr>
            <p:nvPr/>
          </p:nvCxnSpPr>
          <p:spPr>
            <a:xfrm>
              <a:off x="7077103" y="4344736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E1E2BA6-E568-18F2-C5A4-4B423E1AC898}"/>
                </a:ext>
              </a:extLst>
            </p:cNvPr>
            <p:cNvSpPr/>
            <p:nvPr/>
          </p:nvSpPr>
          <p:spPr>
            <a:xfrm>
              <a:off x="3137960" y="3514657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091D53F3-4458-646C-34FB-1D3D895A8D96}"/>
                </a:ext>
              </a:extLst>
            </p:cNvPr>
            <p:cNvSpPr/>
            <p:nvPr/>
          </p:nvSpPr>
          <p:spPr>
            <a:xfrm>
              <a:off x="9016647" y="2915131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CCA2320D-3596-2AE1-027E-B878EEC783F9}"/>
                </a:ext>
              </a:extLst>
            </p:cNvPr>
            <p:cNvSpPr/>
            <p:nvPr/>
          </p:nvSpPr>
          <p:spPr>
            <a:xfrm>
              <a:off x="5098579" y="3920502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89C563D4-0EF5-8887-1AA4-268872198C0F}"/>
                </a:ext>
              </a:extLst>
            </p:cNvPr>
            <p:cNvSpPr/>
            <p:nvPr/>
          </p:nvSpPr>
          <p:spPr>
            <a:xfrm>
              <a:off x="7052979" y="4314255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0048354-02DA-208A-5C20-ABA65C12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4782" y="1491064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16B344CA-1F8A-1DA3-9D07-3539F9762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6991" y="1490072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0F371E63-1ADB-DCEF-C921-497FF64854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12690" y="1491064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615CA679-08B0-EB6D-C860-EDD5213C4D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85058" y="1496686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31F7C86-150B-1711-316F-D7BCF0C6AF21}"/>
                </a:ext>
              </a:extLst>
            </p:cNvPr>
            <p:cNvSpPr txBox="1"/>
            <p:nvPr/>
          </p:nvSpPr>
          <p:spPr>
            <a:xfrm>
              <a:off x="2273695" y="98633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K0    K1    K2    K3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451499F-E5C2-C867-DBE3-7D89870AA32D}"/>
                </a:ext>
              </a:extLst>
            </p:cNvPr>
            <p:cNvSpPr txBox="1"/>
            <p:nvPr/>
          </p:nvSpPr>
          <p:spPr>
            <a:xfrm>
              <a:off x="4242803" y="992677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K4    K5    K6    K7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3D83EC1-92F8-3293-CC93-86516D414D53}"/>
                </a:ext>
              </a:extLst>
            </p:cNvPr>
            <p:cNvSpPr txBox="1"/>
            <p:nvPr/>
          </p:nvSpPr>
          <p:spPr>
            <a:xfrm>
              <a:off x="6126719" y="978485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K8    K9   K10   K11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4A03DAA-B58B-A7C7-1691-40A4EC024B5C}"/>
                </a:ext>
              </a:extLst>
            </p:cNvPr>
            <p:cNvSpPr txBox="1"/>
            <p:nvPr/>
          </p:nvSpPr>
          <p:spPr>
            <a:xfrm>
              <a:off x="8078765" y="979225"/>
              <a:ext cx="1962210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K12  K13  K14  K15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18C9F24-8EF2-EB14-0CAF-664A5DE01707}"/>
                </a:ext>
              </a:extLst>
            </p:cNvPr>
            <p:cNvSpPr txBox="1"/>
            <p:nvPr/>
          </p:nvSpPr>
          <p:spPr>
            <a:xfrm>
              <a:off x="3179355" y="1404062"/>
              <a:ext cx="89636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4350A85-EF69-68C7-BD29-CFE9EE396280}"/>
                </a:ext>
              </a:extLst>
            </p:cNvPr>
            <p:cNvSpPr txBox="1"/>
            <p:nvPr/>
          </p:nvSpPr>
          <p:spPr>
            <a:xfrm>
              <a:off x="5134862" y="1406016"/>
              <a:ext cx="882373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C91A3DA7-1D06-D44D-F707-09511D9B2264}"/>
                </a:ext>
              </a:extLst>
            </p:cNvPr>
            <p:cNvSpPr txBox="1"/>
            <p:nvPr/>
          </p:nvSpPr>
          <p:spPr>
            <a:xfrm>
              <a:off x="7105661" y="1399333"/>
              <a:ext cx="962570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0EC2B38-5474-4FD8-51F7-AB00B536392F}"/>
                </a:ext>
              </a:extLst>
            </p:cNvPr>
            <p:cNvSpPr txBox="1"/>
            <p:nvPr/>
          </p:nvSpPr>
          <p:spPr>
            <a:xfrm>
              <a:off x="9077018" y="1425945"/>
              <a:ext cx="1045753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65C607E-99DC-2376-F884-EEA4D679F57C}"/>
                </a:ext>
              </a:extLst>
            </p:cNvPr>
            <p:cNvSpPr txBox="1"/>
            <p:nvPr/>
          </p:nvSpPr>
          <p:spPr>
            <a:xfrm>
              <a:off x="2273695" y="1857820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W[0]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75856FD-F794-026F-2C82-DF7988FC3A7C}"/>
                </a:ext>
              </a:extLst>
            </p:cNvPr>
            <p:cNvSpPr txBox="1"/>
            <p:nvPr/>
          </p:nvSpPr>
          <p:spPr>
            <a:xfrm>
              <a:off x="4174521" y="1861519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W[1]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2518A5B2-B9D7-ECD0-7574-895953732025}"/>
                </a:ext>
              </a:extLst>
            </p:cNvPr>
            <p:cNvSpPr txBox="1"/>
            <p:nvPr/>
          </p:nvSpPr>
          <p:spPr>
            <a:xfrm>
              <a:off x="6126719" y="1849971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W[2]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A562E34-9B6E-E944-F991-F4B8BC5A6233}"/>
                </a:ext>
              </a:extLst>
            </p:cNvPr>
            <p:cNvSpPr txBox="1"/>
            <p:nvPr/>
          </p:nvSpPr>
          <p:spPr>
            <a:xfrm>
              <a:off x="8078765" y="1850712"/>
              <a:ext cx="194188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W[3]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BB978B5-E103-A489-4462-40D9650CD335}"/>
                </a:ext>
              </a:extLst>
            </p:cNvPr>
            <p:cNvSpPr txBox="1"/>
            <p:nvPr/>
          </p:nvSpPr>
          <p:spPr>
            <a:xfrm>
              <a:off x="2273695" y="544035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W[4]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4DD8AA2-08B8-A534-4357-E0CF67BBE479}"/>
                </a:ext>
              </a:extLst>
            </p:cNvPr>
            <p:cNvSpPr txBox="1"/>
            <p:nvPr/>
          </p:nvSpPr>
          <p:spPr>
            <a:xfrm>
              <a:off x="4174521" y="544405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W[5]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4296EBEA-EC62-6264-3FE5-D425A4611008}"/>
                </a:ext>
              </a:extLst>
            </p:cNvPr>
            <p:cNvSpPr txBox="1"/>
            <p:nvPr/>
          </p:nvSpPr>
          <p:spPr>
            <a:xfrm>
              <a:off x="6126719" y="5432503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W[6]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96A2BDA0-F857-A4C5-D506-6419B3A35CCB}"/>
                </a:ext>
              </a:extLst>
            </p:cNvPr>
            <p:cNvSpPr txBox="1"/>
            <p:nvPr/>
          </p:nvSpPr>
          <p:spPr>
            <a:xfrm>
              <a:off x="8078765" y="5433243"/>
              <a:ext cx="194188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W[8]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6404F0-C683-C36D-12B2-EA28B35A65AA}"/>
                </a:ext>
              </a:extLst>
            </p:cNvPr>
            <p:cNvSpPr txBox="1"/>
            <p:nvPr/>
          </p:nvSpPr>
          <p:spPr>
            <a:xfrm>
              <a:off x="209372" y="184997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Round key 0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9E25BFC-220E-3DCC-36AB-B690A5506E10}"/>
                </a:ext>
              </a:extLst>
            </p:cNvPr>
            <p:cNvSpPr txBox="1"/>
            <p:nvPr/>
          </p:nvSpPr>
          <p:spPr>
            <a:xfrm>
              <a:off x="367890" y="5418137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Next round key</a:t>
              </a:r>
            </a:p>
          </p:txBody>
        </p: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3CB2DD97-8D4E-9B0C-8573-260D535195F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507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87802413-28B5-096A-D228-C03C952DFBEF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04" y="5844760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E5BEB7D2-3AFB-5C98-AE7B-505C11728466}"/>
                </a:ext>
              </a:extLst>
            </p:cNvPr>
            <p:cNvCxnSpPr>
              <a:cxnSpLocks/>
            </p:cNvCxnSpPr>
            <p:nvPr/>
          </p:nvCxnSpPr>
          <p:spPr>
            <a:xfrm>
              <a:off x="7091676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ACF77EB2-5438-0505-010E-01B5752F8918}"/>
                </a:ext>
              </a:extLst>
            </p:cNvPr>
            <p:cNvCxnSpPr>
              <a:cxnSpLocks/>
            </p:cNvCxnSpPr>
            <p:nvPr/>
          </p:nvCxnSpPr>
          <p:spPr>
            <a:xfrm>
              <a:off x="9071059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E45D65AC-F7B2-9F3B-2A11-E1D6D4756CF0}"/>
                </a:ext>
              </a:extLst>
            </p:cNvPr>
            <p:cNvCxnSpPr>
              <a:cxnSpLocks/>
            </p:cNvCxnSpPr>
            <p:nvPr/>
          </p:nvCxnSpPr>
          <p:spPr>
            <a:xfrm>
              <a:off x="4133790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B24482B5-4D44-B939-D9A5-C687584585E6}"/>
                </a:ext>
              </a:extLst>
            </p:cNvPr>
            <p:cNvCxnSpPr>
              <a:cxnSpLocks/>
            </p:cNvCxnSpPr>
            <p:nvPr/>
          </p:nvCxnSpPr>
          <p:spPr>
            <a:xfrm>
              <a:off x="8102599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C708F4EE-BFDF-188C-8423-FE6994CD66D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0F1D479-3594-FC71-85E7-FA14ED6CE9DD}"/>
              </a:ext>
            </a:extLst>
          </p:cNvPr>
          <p:cNvCxnSpPr>
            <a:cxnSpLocks/>
          </p:cNvCxnSpPr>
          <p:nvPr/>
        </p:nvCxnSpPr>
        <p:spPr>
          <a:xfrm>
            <a:off x="5106390" y="1889820"/>
            <a:ext cx="22363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8468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97584-8080-6D45-82DB-EBEAA666A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290" y="236007"/>
            <a:ext cx="1737419" cy="3159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g-function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DC3676-6343-498E-1E39-E71FFAA62030}"/>
              </a:ext>
            </a:extLst>
          </p:cNvPr>
          <p:cNvGrpSpPr/>
          <p:nvPr/>
        </p:nvGrpSpPr>
        <p:grpSpPr>
          <a:xfrm>
            <a:off x="5301160" y="1270067"/>
            <a:ext cx="1646039" cy="400685"/>
            <a:chOff x="1968263" y="1055622"/>
            <a:chExt cx="5157152" cy="40119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323C7B-9BE0-9FDA-D7A7-0767652A6263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B4785EA-84D2-B6F1-395B-618A7CF4EB28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6ED4BE-CA3F-00C9-E607-955D3DBD9DE7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2A5F3C-DA21-EC84-D383-BB314F0594E4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2763561-0040-E546-5651-26734BBBEE62}"/>
              </a:ext>
            </a:extLst>
          </p:cNvPr>
          <p:cNvSpPr txBox="1"/>
          <p:nvPr/>
        </p:nvSpPr>
        <p:spPr>
          <a:xfrm>
            <a:off x="5212910" y="1285491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DD0E3-DBCA-C421-CF6E-0B04DE3C37D2}"/>
              </a:ext>
            </a:extLst>
          </p:cNvPr>
          <p:cNvSpPr txBox="1"/>
          <p:nvPr/>
        </p:nvSpPr>
        <p:spPr>
          <a:xfrm>
            <a:off x="5624420" y="1280993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D2B602-6744-1813-5BF6-576EC20253D6}"/>
              </a:ext>
            </a:extLst>
          </p:cNvPr>
          <p:cNvSpPr txBox="1"/>
          <p:nvPr/>
        </p:nvSpPr>
        <p:spPr>
          <a:xfrm>
            <a:off x="6096000" y="1277527"/>
            <a:ext cx="467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CFA7A0-1B24-68A3-63E3-2721C0DDB2B3}"/>
              </a:ext>
            </a:extLst>
          </p:cNvPr>
          <p:cNvSpPr txBox="1"/>
          <p:nvPr/>
        </p:nvSpPr>
        <p:spPr>
          <a:xfrm>
            <a:off x="6519812" y="1285491"/>
            <a:ext cx="443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A32466-640F-A631-579D-A081D2555476}"/>
              </a:ext>
            </a:extLst>
          </p:cNvPr>
          <p:cNvCxnSpPr>
            <a:cxnSpLocks/>
          </p:cNvCxnSpPr>
          <p:nvPr/>
        </p:nvCxnSpPr>
        <p:spPr>
          <a:xfrm>
            <a:off x="6097510" y="770055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8418B45-8595-9943-6938-2855D6A8F350}"/>
              </a:ext>
            </a:extLst>
          </p:cNvPr>
          <p:cNvCxnSpPr>
            <a:cxnSpLocks/>
          </p:cNvCxnSpPr>
          <p:nvPr/>
        </p:nvCxnSpPr>
        <p:spPr>
          <a:xfrm flipH="1">
            <a:off x="6049606" y="890031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0577CB5-67F6-8FB4-2613-0889BE5D6FD6}"/>
              </a:ext>
            </a:extLst>
          </p:cNvPr>
          <p:cNvSpPr txBox="1"/>
          <p:nvPr/>
        </p:nvSpPr>
        <p:spPr>
          <a:xfrm>
            <a:off x="6124180" y="803030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DD17E4-E3AF-A529-4FF8-B351B8D5D702}"/>
              </a:ext>
            </a:extLst>
          </p:cNvPr>
          <p:cNvCxnSpPr>
            <a:cxnSpLocks/>
            <a:stCxn id="5" idx="2"/>
            <a:endCxn id="44" idx="0"/>
          </p:cNvCxnSpPr>
          <p:nvPr/>
        </p:nvCxnSpPr>
        <p:spPr>
          <a:xfrm rot="16200000" flipH="1">
            <a:off x="5637208" y="1539956"/>
            <a:ext cx="1070133" cy="13307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3F7500-C015-0ACD-8DCD-09EEF474A290}"/>
              </a:ext>
            </a:extLst>
          </p:cNvPr>
          <p:cNvCxnSpPr>
            <a:cxnSpLocks/>
          </p:cNvCxnSpPr>
          <p:nvPr/>
        </p:nvCxnSpPr>
        <p:spPr>
          <a:xfrm flipH="1">
            <a:off x="5472649" y="180564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406EC03-ACA2-A80D-574E-B568AC94481A}"/>
              </a:ext>
            </a:extLst>
          </p:cNvPr>
          <p:cNvSpPr txBox="1"/>
          <p:nvPr/>
        </p:nvSpPr>
        <p:spPr>
          <a:xfrm>
            <a:off x="5212910" y="1685672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C69C89-BDCF-527E-C041-E1B1B0AF58E2}"/>
              </a:ext>
            </a:extLst>
          </p:cNvPr>
          <p:cNvCxnSpPr>
            <a:cxnSpLocks/>
            <a:stCxn id="8" idx="2"/>
            <a:endCxn id="37" idx="0"/>
          </p:cNvCxnSpPr>
          <p:nvPr/>
        </p:nvCxnSpPr>
        <p:spPr>
          <a:xfrm rot="5400000">
            <a:off x="5181559" y="2011482"/>
            <a:ext cx="1078100" cy="395633"/>
          </a:xfrm>
          <a:prstGeom prst="bentConnector3">
            <a:avLst>
              <a:gd name="adj1" fmla="val 5742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7123454-184D-13EE-F3B2-7794AD45BC80}"/>
              </a:ext>
            </a:extLst>
          </p:cNvPr>
          <p:cNvCxnSpPr>
            <a:cxnSpLocks/>
          </p:cNvCxnSpPr>
          <p:nvPr/>
        </p:nvCxnSpPr>
        <p:spPr>
          <a:xfrm flipH="1">
            <a:off x="5873252" y="1801149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91024C-6E0F-0F85-E47E-30810129FEF4}"/>
              </a:ext>
            </a:extLst>
          </p:cNvPr>
          <p:cNvSpPr txBox="1"/>
          <p:nvPr/>
        </p:nvSpPr>
        <p:spPr>
          <a:xfrm>
            <a:off x="5613513" y="1681173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30855AA-8EC2-82A4-0636-935436E8C4D8}"/>
              </a:ext>
            </a:extLst>
          </p:cNvPr>
          <p:cNvCxnSpPr>
            <a:cxnSpLocks/>
            <a:stCxn id="7" idx="2"/>
            <a:endCxn id="40" idx="0"/>
          </p:cNvCxnSpPr>
          <p:nvPr/>
        </p:nvCxnSpPr>
        <p:spPr>
          <a:xfrm rot="5400000">
            <a:off x="5593322" y="2011733"/>
            <a:ext cx="1077595" cy="395633"/>
          </a:xfrm>
          <a:prstGeom prst="bentConnector3">
            <a:avLst>
              <a:gd name="adj1" fmla="val 6166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6C870C6-C985-50A6-8826-89D93C6D488A}"/>
              </a:ext>
            </a:extLst>
          </p:cNvPr>
          <p:cNvCxnSpPr>
            <a:cxnSpLocks/>
          </p:cNvCxnSpPr>
          <p:nvPr/>
        </p:nvCxnSpPr>
        <p:spPr>
          <a:xfrm flipH="1">
            <a:off x="6288146" y="1814117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821F76-2C2F-334E-1D09-BC556E0301F8}"/>
              </a:ext>
            </a:extLst>
          </p:cNvPr>
          <p:cNvSpPr txBox="1"/>
          <p:nvPr/>
        </p:nvSpPr>
        <p:spPr>
          <a:xfrm>
            <a:off x="6028407" y="1694141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66C00BD-FFE5-EA5B-F847-198F68ED665F}"/>
              </a:ext>
            </a:extLst>
          </p:cNvPr>
          <p:cNvCxnSpPr>
            <a:cxnSpLocks/>
            <a:stCxn id="6" idx="2"/>
            <a:endCxn id="43" idx="0"/>
          </p:cNvCxnSpPr>
          <p:nvPr/>
        </p:nvCxnSpPr>
        <p:spPr>
          <a:xfrm rot="5400000">
            <a:off x="6000849" y="2015211"/>
            <a:ext cx="1085559" cy="395632"/>
          </a:xfrm>
          <a:prstGeom prst="bentConnector3">
            <a:avLst>
              <a:gd name="adj1" fmla="val 6684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A61876-9283-7132-9A9F-0EBD6F23A644}"/>
              </a:ext>
            </a:extLst>
          </p:cNvPr>
          <p:cNvCxnSpPr>
            <a:cxnSpLocks/>
          </p:cNvCxnSpPr>
          <p:nvPr/>
        </p:nvCxnSpPr>
        <p:spPr>
          <a:xfrm flipH="1">
            <a:off x="6682324" y="180564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18A5AAD-8578-5170-3B9F-4424E9F97469}"/>
              </a:ext>
            </a:extLst>
          </p:cNvPr>
          <p:cNvSpPr txBox="1"/>
          <p:nvPr/>
        </p:nvSpPr>
        <p:spPr>
          <a:xfrm>
            <a:off x="6422585" y="1685672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01E8A50-5C72-A9D3-7BCF-8F88458DB2B5}"/>
              </a:ext>
            </a:extLst>
          </p:cNvPr>
          <p:cNvGrpSpPr/>
          <p:nvPr/>
        </p:nvGrpSpPr>
        <p:grpSpPr>
          <a:xfrm>
            <a:off x="5317037" y="2748347"/>
            <a:ext cx="1646039" cy="400685"/>
            <a:chOff x="1968263" y="1055622"/>
            <a:chExt cx="5157152" cy="40119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CC9A284-C6C5-A0B5-C885-0B8BA2A7893E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E50815-315B-5268-9566-CEB644FCEFA9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801349C-186B-279D-A460-486AED468401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BB7308E-8477-C8D0-C7E8-64F834B3FA0D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911A219-054F-16D0-F21C-C9D62A7D11AF}"/>
              </a:ext>
            </a:extLst>
          </p:cNvPr>
          <p:cNvSpPr txBox="1"/>
          <p:nvPr/>
        </p:nvSpPr>
        <p:spPr>
          <a:xfrm>
            <a:off x="5228787" y="2763771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A11BD-BF88-FB39-8692-2306BA178BD8}"/>
              </a:ext>
            </a:extLst>
          </p:cNvPr>
          <p:cNvSpPr txBox="1"/>
          <p:nvPr/>
        </p:nvSpPr>
        <p:spPr>
          <a:xfrm>
            <a:off x="5640297" y="2759273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1100C9-B57A-ECEB-D5C6-213AB7160135}"/>
              </a:ext>
            </a:extLst>
          </p:cNvPr>
          <p:cNvSpPr txBox="1"/>
          <p:nvPr/>
        </p:nvSpPr>
        <p:spPr>
          <a:xfrm>
            <a:off x="6111877" y="2755807"/>
            <a:ext cx="467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1A9248-5E32-1DF4-34F1-0E14BB583C4E}"/>
              </a:ext>
            </a:extLst>
          </p:cNvPr>
          <p:cNvSpPr txBox="1"/>
          <p:nvPr/>
        </p:nvSpPr>
        <p:spPr>
          <a:xfrm>
            <a:off x="6543628" y="2740382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V0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35D97A5-860E-7036-D9BD-9D733CFD8E70}"/>
              </a:ext>
            </a:extLst>
          </p:cNvPr>
          <p:cNvSpPr/>
          <p:nvPr/>
        </p:nvSpPr>
        <p:spPr>
          <a:xfrm>
            <a:off x="5038148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A8BD9F1-F35F-5C1C-A456-566F3068B161}"/>
              </a:ext>
            </a:extLst>
          </p:cNvPr>
          <p:cNvSpPr/>
          <p:nvPr/>
        </p:nvSpPr>
        <p:spPr>
          <a:xfrm>
            <a:off x="5637976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2117A86-C2C7-40E9-9A69-FBA53A6D93BC}"/>
              </a:ext>
            </a:extLst>
          </p:cNvPr>
          <p:cNvSpPr/>
          <p:nvPr/>
        </p:nvSpPr>
        <p:spPr>
          <a:xfrm>
            <a:off x="6232115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7392C6B-F1A5-584B-A586-F084BA32578B}"/>
              </a:ext>
            </a:extLst>
          </p:cNvPr>
          <p:cNvSpPr/>
          <p:nvPr/>
        </p:nvSpPr>
        <p:spPr>
          <a:xfrm>
            <a:off x="6837632" y="3641778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15">
            <a:extLst>
              <a:ext uri="{FF2B5EF4-FFF2-40B4-BE49-F238E27FC236}">
                <a16:creationId xmlns:a16="http://schemas.microsoft.com/office/drawing/2014/main" id="{A1F85E32-BB8C-D86F-448B-440AA4D0AB88}"/>
              </a:ext>
            </a:extLst>
          </p:cNvPr>
          <p:cNvCxnSpPr>
            <a:cxnSpLocks/>
            <a:stCxn id="37" idx="2"/>
            <a:endCxn id="66" idx="0"/>
          </p:cNvCxnSpPr>
          <p:nvPr/>
        </p:nvCxnSpPr>
        <p:spPr>
          <a:xfrm rot="5400000">
            <a:off x="5126179" y="3260590"/>
            <a:ext cx="508675" cy="2845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15">
            <a:extLst>
              <a:ext uri="{FF2B5EF4-FFF2-40B4-BE49-F238E27FC236}">
                <a16:creationId xmlns:a16="http://schemas.microsoft.com/office/drawing/2014/main" id="{1CDD7755-4112-98A7-CBAB-A1F56CC8F6BE}"/>
              </a:ext>
            </a:extLst>
          </p:cNvPr>
          <p:cNvCxnSpPr>
            <a:cxnSpLocks/>
            <a:stCxn id="42" idx="2"/>
            <a:endCxn id="82" idx="0"/>
          </p:cNvCxnSpPr>
          <p:nvPr/>
        </p:nvCxnSpPr>
        <p:spPr>
          <a:xfrm rot="5400000">
            <a:off x="5621886" y="3344787"/>
            <a:ext cx="528599" cy="962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15">
            <a:extLst>
              <a:ext uri="{FF2B5EF4-FFF2-40B4-BE49-F238E27FC236}">
                <a16:creationId xmlns:a16="http://schemas.microsoft.com/office/drawing/2014/main" id="{E6DB3F70-7B47-A7CC-F329-77B32206BE3C}"/>
              </a:ext>
            </a:extLst>
          </p:cNvPr>
          <p:cNvCxnSpPr>
            <a:cxnSpLocks/>
            <a:stCxn id="39" idx="2"/>
            <a:endCxn id="83" idx="0"/>
          </p:cNvCxnSpPr>
          <p:nvPr/>
        </p:nvCxnSpPr>
        <p:spPr>
          <a:xfrm rot="16200000" flipH="1">
            <a:off x="6134923" y="3359921"/>
            <a:ext cx="508172" cy="8639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15">
            <a:extLst>
              <a:ext uri="{FF2B5EF4-FFF2-40B4-BE49-F238E27FC236}">
                <a16:creationId xmlns:a16="http://schemas.microsoft.com/office/drawing/2014/main" id="{23F8DD1A-9241-EAB0-16E3-48BAC6C76F20}"/>
              </a:ext>
            </a:extLst>
          </p:cNvPr>
          <p:cNvCxnSpPr>
            <a:cxnSpLocks/>
            <a:stCxn id="38" idx="2"/>
            <a:endCxn id="84" idx="0"/>
          </p:cNvCxnSpPr>
          <p:nvPr/>
        </p:nvCxnSpPr>
        <p:spPr>
          <a:xfrm rot="16200000" flipH="1">
            <a:off x="6650897" y="3254952"/>
            <a:ext cx="493250" cy="28040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6DCA8F1E-3117-B374-A297-616C12364341}"/>
              </a:ext>
            </a:extLst>
          </p:cNvPr>
          <p:cNvSpPr/>
          <p:nvPr/>
        </p:nvSpPr>
        <p:spPr>
          <a:xfrm>
            <a:off x="5038148" y="4535212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1B9A758-534A-0725-E688-AEB53403BD98}"/>
              </a:ext>
            </a:extLst>
          </p:cNvPr>
          <p:cNvCxnSpPr>
            <a:cxnSpLocks/>
            <a:stCxn id="97" idx="0"/>
            <a:endCxn id="97" idx="4"/>
          </p:cNvCxnSpPr>
          <p:nvPr/>
        </p:nvCxnSpPr>
        <p:spPr>
          <a:xfrm>
            <a:off x="5238239" y="45352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DA1ADF6-CE31-66F2-E9D1-9A8F4E1E8EB4}"/>
              </a:ext>
            </a:extLst>
          </p:cNvPr>
          <p:cNvCxnSpPr>
            <a:cxnSpLocks/>
            <a:stCxn id="97" idx="6"/>
            <a:endCxn id="97" idx="2"/>
          </p:cNvCxnSpPr>
          <p:nvPr/>
        </p:nvCxnSpPr>
        <p:spPr>
          <a:xfrm flipH="1">
            <a:off x="5038148" y="4735303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5">
            <a:extLst>
              <a:ext uri="{FF2B5EF4-FFF2-40B4-BE49-F238E27FC236}">
                <a16:creationId xmlns:a16="http://schemas.microsoft.com/office/drawing/2014/main" id="{9FF10268-BC17-4AF9-916C-E3A999F836CD}"/>
              </a:ext>
            </a:extLst>
          </p:cNvPr>
          <p:cNvCxnSpPr>
            <a:cxnSpLocks/>
            <a:endCxn id="97" idx="2"/>
          </p:cNvCxnSpPr>
          <p:nvPr/>
        </p:nvCxnSpPr>
        <p:spPr>
          <a:xfrm>
            <a:off x="3818665" y="4735303"/>
            <a:ext cx="12194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46D39529-6483-CA77-D4A3-AA9D8C68323C}"/>
              </a:ext>
            </a:extLst>
          </p:cNvPr>
          <p:cNvCxnSpPr>
            <a:cxnSpLocks/>
          </p:cNvCxnSpPr>
          <p:nvPr/>
        </p:nvCxnSpPr>
        <p:spPr>
          <a:xfrm flipH="1">
            <a:off x="4363994" y="4678340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CF6C30A-1738-B4AF-47F7-BEF629818CEB}"/>
              </a:ext>
            </a:extLst>
          </p:cNvPr>
          <p:cNvSpPr txBox="1"/>
          <p:nvPr/>
        </p:nvSpPr>
        <p:spPr>
          <a:xfrm>
            <a:off x="4287541" y="4365970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42B73D3-69C9-C651-146A-DBA2308C8E67}"/>
              </a:ext>
            </a:extLst>
          </p:cNvPr>
          <p:cNvSpPr txBox="1"/>
          <p:nvPr/>
        </p:nvSpPr>
        <p:spPr>
          <a:xfrm>
            <a:off x="2182797" y="4566061"/>
            <a:ext cx="1721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Round Count</a:t>
            </a:r>
          </a:p>
        </p:txBody>
      </p:sp>
      <p:cxnSp>
        <p:nvCxnSpPr>
          <p:cNvPr id="113" name="Straight Arrow Connector 15">
            <a:extLst>
              <a:ext uri="{FF2B5EF4-FFF2-40B4-BE49-F238E27FC236}">
                <a16:creationId xmlns:a16="http://schemas.microsoft.com/office/drawing/2014/main" id="{5ADE5F81-7308-88EF-0DDD-2B97A7464E4A}"/>
              </a:ext>
            </a:extLst>
          </p:cNvPr>
          <p:cNvCxnSpPr>
            <a:cxnSpLocks/>
            <a:stCxn id="66" idx="4"/>
            <a:endCxn id="97" idx="0"/>
          </p:cNvCxnSpPr>
          <p:nvPr/>
        </p:nvCxnSpPr>
        <p:spPr>
          <a:xfrm>
            <a:off x="5238239" y="4057385"/>
            <a:ext cx="0" cy="4778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EAEA063-4EC6-0CB0-6814-0CFE1C5FD133}"/>
              </a:ext>
            </a:extLst>
          </p:cNvPr>
          <p:cNvSpPr txBox="1"/>
          <p:nvPr/>
        </p:nvSpPr>
        <p:spPr>
          <a:xfrm>
            <a:off x="5069665" y="3680093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44EDE8B-C3A6-DB81-09FF-B8BE95D00506}"/>
              </a:ext>
            </a:extLst>
          </p:cNvPr>
          <p:cNvSpPr txBox="1"/>
          <p:nvPr/>
        </p:nvSpPr>
        <p:spPr>
          <a:xfrm>
            <a:off x="5666994" y="3675353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061AE1F-F78B-4570-70E7-B72D7EB6488A}"/>
              </a:ext>
            </a:extLst>
          </p:cNvPr>
          <p:cNvSpPr txBox="1"/>
          <p:nvPr/>
        </p:nvSpPr>
        <p:spPr>
          <a:xfrm>
            <a:off x="6261133" y="3677738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E80018E-17B3-8F2E-4104-4CFEAA8B03BE}"/>
              </a:ext>
            </a:extLst>
          </p:cNvPr>
          <p:cNvSpPr txBox="1"/>
          <p:nvPr/>
        </p:nvSpPr>
        <p:spPr>
          <a:xfrm>
            <a:off x="6866650" y="3664291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76777CD-456A-C298-3EF9-CCDF9F249F94}"/>
              </a:ext>
            </a:extLst>
          </p:cNvPr>
          <p:cNvCxnSpPr>
            <a:cxnSpLocks/>
          </p:cNvCxnSpPr>
          <p:nvPr/>
        </p:nvCxnSpPr>
        <p:spPr>
          <a:xfrm>
            <a:off x="5227290" y="5435600"/>
            <a:ext cx="18348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5F4EAF7-D470-C34B-24E4-C41FF7B8649A}"/>
              </a:ext>
            </a:extLst>
          </p:cNvPr>
          <p:cNvCxnSpPr>
            <a:cxnSpLocks/>
            <a:endCxn id="117" idx="2"/>
          </p:cNvCxnSpPr>
          <p:nvPr/>
        </p:nvCxnSpPr>
        <p:spPr>
          <a:xfrm flipH="1" flipV="1">
            <a:off x="5838066" y="404468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B97C79D-88BD-0335-CE69-41D2A7EE3AC8}"/>
              </a:ext>
            </a:extLst>
          </p:cNvPr>
          <p:cNvCxnSpPr>
            <a:cxnSpLocks/>
          </p:cNvCxnSpPr>
          <p:nvPr/>
        </p:nvCxnSpPr>
        <p:spPr>
          <a:xfrm flipH="1" flipV="1">
            <a:off x="6433974" y="404942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88FD03C4-74C9-A12A-45B5-DF5EBDCD6B20}"/>
              </a:ext>
            </a:extLst>
          </p:cNvPr>
          <p:cNvCxnSpPr>
            <a:cxnSpLocks/>
          </p:cNvCxnSpPr>
          <p:nvPr/>
        </p:nvCxnSpPr>
        <p:spPr>
          <a:xfrm flipH="1" flipV="1">
            <a:off x="7044750" y="404468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2872139A-6B0F-9A6A-9D18-D66B1501CCEC}"/>
              </a:ext>
            </a:extLst>
          </p:cNvPr>
          <p:cNvCxnSpPr>
            <a:cxnSpLocks/>
            <a:endCxn id="97" idx="4"/>
          </p:cNvCxnSpPr>
          <p:nvPr/>
        </p:nvCxnSpPr>
        <p:spPr>
          <a:xfrm flipV="1">
            <a:off x="5238239" y="4935393"/>
            <a:ext cx="0" cy="500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A7F620BE-5986-B057-67F4-91C6B6A23B4C}"/>
              </a:ext>
            </a:extLst>
          </p:cNvPr>
          <p:cNvCxnSpPr>
            <a:cxnSpLocks/>
          </p:cNvCxnSpPr>
          <p:nvPr/>
        </p:nvCxnSpPr>
        <p:spPr>
          <a:xfrm>
            <a:off x="6146533" y="542316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660518B-9934-7AFC-B55E-E812E638BDAA}"/>
              </a:ext>
            </a:extLst>
          </p:cNvPr>
          <p:cNvCxnSpPr>
            <a:cxnSpLocks/>
          </p:cNvCxnSpPr>
          <p:nvPr/>
        </p:nvCxnSpPr>
        <p:spPr>
          <a:xfrm flipH="1">
            <a:off x="6098629" y="5543143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733E4EE2-24D8-5A01-4BDB-1168919E24DE}"/>
              </a:ext>
            </a:extLst>
          </p:cNvPr>
          <p:cNvSpPr txBox="1"/>
          <p:nvPr/>
        </p:nvSpPr>
        <p:spPr>
          <a:xfrm>
            <a:off x="6173203" y="5456142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cxnSp>
        <p:nvCxnSpPr>
          <p:cNvPr id="20" name="Straight Arrow Connector 15">
            <a:extLst>
              <a:ext uri="{FF2B5EF4-FFF2-40B4-BE49-F238E27FC236}">
                <a16:creationId xmlns:a16="http://schemas.microsoft.com/office/drawing/2014/main" id="{1B357AB0-DAC7-36E7-3E17-F492EEE6E9A8}"/>
              </a:ext>
            </a:extLst>
          </p:cNvPr>
          <p:cNvCxnSpPr>
            <a:cxnSpLocks/>
          </p:cNvCxnSpPr>
          <p:nvPr/>
        </p:nvCxnSpPr>
        <p:spPr>
          <a:xfrm>
            <a:off x="3797246" y="3848958"/>
            <a:ext cx="12194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0530040-5C0D-617D-4485-818C180C3074}"/>
              </a:ext>
            </a:extLst>
          </p:cNvPr>
          <p:cNvSpPr txBox="1"/>
          <p:nvPr/>
        </p:nvSpPr>
        <p:spPr>
          <a:xfrm>
            <a:off x="2813675" y="3652765"/>
            <a:ext cx="864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S-BOX</a:t>
            </a:r>
          </a:p>
        </p:txBody>
      </p:sp>
    </p:spTree>
    <p:extLst>
      <p:ext uri="{BB962C8B-B14F-4D97-AF65-F5344CB8AC3E}">
        <p14:creationId xmlns:p14="http://schemas.microsoft.com/office/powerpoint/2010/main" val="3538556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3383-6335-0BCB-F5BE-7CACC9BF1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E1BADF7-D524-495E-1F49-4843DEBCF5C9}"/>
              </a:ext>
            </a:extLst>
          </p:cNvPr>
          <p:cNvCxnSpPr>
            <a:cxnSpLocks/>
            <a:endCxn id="5" idx="3"/>
          </p:cNvCxnSpPr>
          <p:nvPr/>
        </p:nvCxnSpPr>
        <p:spPr>
          <a:xfrm rot="10800000" flipV="1">
            <a:off x="1146708" y="1248472"/>
            <a:ext cx="9340611" cy="91548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FEE07594-BD15-123D-8EA9-28C03DFDCCCB}"/>
              </a:ext>
            </a:extLst>
          </p:cNvPr>
          <p:cNvSpPr/>
          <p:nvPr/>
        </p:nvSpPr>
        <p:spPr>
          <a:xfrm rot="8243572">
            <a:off x="938262" y="2163778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399A89A-8405-D4F6-E089-72A86CA4EEAB}"/>
              </a:ext>
            </a:extLst>
          </p:cNvPr>
          <p:cNvCxnSpPr>
            <a:cxnSpLocks/>
          </p:cNvCxnSpPr>
          <p:nvPr/>
        </p:nvCxnSpPr>
        <p:spPr>
          <a:xfrm rot="8243572">
            <a:off x="1138353" y="2163778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27F9F4-6F34-4E5F-E6BA-2245C998B471}"/>
              </a:ext>
            </a:extLst>
          </p:cNvPr>
          <p:cNvCxnSpPr>
            <a:cxnSpLocks/>
          </p:cNvCxnSpPr>
          <p:nvPr/>
        </p:nvCxnSpPr>
        <p:spPr>
          <a:xfrm rot="8243572" flipH="1">
            <a:off x="938262" y="2363869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94E7B6C-4133-4195-D7CB-73EB188326EB}"/>
              </a:ext>
            </a:extLst>
          </p:cNvPr>
          <p:cNvSpPr/>
          <p:nvPr/>
        </p:nvSpPr>
        <p:spPr>
          <a:xfrm flipH="1">
            <a:off x="1572067" y="2894610"/>
            <a:ext cx="375485" cy="400685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6DC5C1-75A6-A188-1AC0-851D741F9D34}"/>
              </a:ext>
            </a:extLst>
          </p:cNvPr>
          <p:cNvCxnSpPr>
            <a:cxnSpLocks/>
            <a:stCxn id="5" idx="7"/>
            <a:endCxn id="8" idx="3"/>
          </p:cNvCxnSpPr>
          <p:nvPr/>
        </p:nvCxnSpPr>
        <p:spPr>
          <a:xfrm rot="16200000" flipH="1">
            <a:off x="1085448" y="2608334"/>
            <a:ext cx="531168" cy="44206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rapezoid 21">
            <a:extLst>
              <a:ext uri="{FF2B5EF4-FFF2-40B4-BE49-F238E27FC236}">
                <a16:creationId xmlns:a16="http://schemas.microsoft.com/office/drawing/2014/main" id="{55B02CDB-AF0B-9823-F64B-6B1572C0532F}"/>
              </a:ext>
            </a:extLst>
          </p:cNvPr>
          <p:cNvSpPr/>
          <p:nvPr/>
        </p:nvSpPr>
        <p:spPr>
          <a:xfrm rot="16200000" flipH="1">
            <a:off x="10307543" y="1038921"/>
            <a:ext cx="822960" cy="419100"/>
          </a:xfrm>
          <a:prstGeom prst="trapezoid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4ACC5E9-CB50-490E-E9B0-6FC7B7FA193F}"/>
              </a:ext>
            </a:extLst>
          </p:cNvPr>
          <p:cNvCxnSpPr>
            <a:cxnSpLocks/>
            <a:endCxn id="5" idx="5"/>
          </p:cNvCxnSpPr>
          <p:nvPr/>
        </p:nvCxnSpPr>
        <p:spPr>
          <a:xfrm>
            <a:off x="583931" y="2355514"/>
            <a:ext cx="3545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4" name="Oval 1073">
            <a:extLst>
              <a:ext uri="{FF2B5EF4-FFF2-40B4-BE49-F238E27FC236}">
                <a16:creationId xmlns:a16="http://schemas.microsoft.com/office/drawing/2014/main" id="{6E8604B7-F81A-CAD4-5646-337C19E57F1F}"/>
              </a:ext>
            </a:extLst>
          </p:cNvPr>
          <p:cNvSpPr/>
          <p:nvPr/>
        </p:nvSpPr>
        <p:spPr>
          <a:xfrm rot="8243572">
            <a:off x="2472255" y="2135520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5" name="Straight Connector 1074">
            <a:extLst>
              <a:ext uri="{FF2B5EF4-FFF2-40B4-BE49-F238E27FC236}">
                <a16:creationId xmlns:a16="http://schemas.microsoft.com/office/drawing/2014/main" id="{1D54E211-D802-3912-47B4-D26E1684D80F}"/>
              </a:ext>
            </a:extLst>
          </p:cNvPr>
          <p:cNvCxnSpPr>
            <a:cxnSpLocks/>
          </p:cNvCxnSpPr>
          <p:nvPr/>
        </p:nvCxnSpPr>
        <p:spPr>
          <a:xfrm rot="8243572">
            <a:off x="2672346" y="2135520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Straight Connector 1075">
            <a:extLst>
              <a:ext uri="{FF2B5EF4-FFF2-40B4-BE49-F238E27FC236}">
                <a16:creationId xmlns:a16="http://schemas.microsoft.com/office/drawing/2014/main" id="{FDA9546D-093D-4CB8-1E32-7A89A0728D5C}"/>
              </a:ext>
            </a:extLst>
          </p:cNvPr>
          <p:cNvCxnSpPr>
            <a:cxnSpLocks/>
          </p:cNvCxnSpPr>
          <p:nvPr/>
        </p:nvCxnSpPr>
        <p:spPr>
          <a:xfrm rot="8243572" flipH="1">
            <a:off x="2472255" y="2335611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180FD297-8E02-04D1-9431-486DEA5E149F}"/>
              </a:ext>
            </a:extLst>
          </p:cNvPr>
          <p:cNvSpPr/>
          <p:nvPr/>
        </p:nvSpPr>
        <p:spPr>
          <a:xfrm flipH="1">
            <a:off x="3260477" y="2900960"/>
            <a:ext cx="375485" cy="400685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8" name="Straight Arrow Connector 1077">
            <a:extLst>
              <a:ext uri="{FF2B5EF4-FFF2-40B4-BE49-F238E27FC236}">
                <a16:creationId xmlns:a16="http://schemas.microsoft.com/office/drawing/2014/main" id="{9E491245-9AD1-40F1-300C-88FAD7B10DE7}"/>
              </a:ext>
            </a:extLst>
          </p:cNvPr>
          <p:cNvCxnSpPr>
            <a:cxnSpLocks/>
            <a:endCxn id="1074" idx="5"/>
          </p:cNvCxnSpPr>
          <p:nvPr/>
        </p:nvCxnSpPr>
        <p:spPr>
          <a:xfrm>
            <a:off x="2117924" y="2327256"/>
            <a:ext cx="3545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Straight Arrow Connector 1078">
            <a:extLst>
              <a:ext uri="{FF2B5EF4-FFF2-40B4-BE49-F238E27FC236}">
                <a16:creationId xmlns:a16="http://schemas.microsoft.com/office/drawing/2014/main" id="{053DFA7C-F6CE-1C27-DB32-08CDE52FE792}"/>
              </a:ext>
            </a:extLst>
          </p:cNvPr>
          <p:cNvCxnSpPr>
            <a:cxnSpLocks/>
            <a:endCxn id="1074" idx="3"/>
          </p:cNvCxnSpPr>
          <p:nvPr/>
        </p:nvCxnSpPr>
        <p:spPr>
          <a:xfrm>
            <a:off x="2680700" y="1248471"/>
            <a:ext cx="0" cy="8872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>
            <a:extLst>
              <a:ext uri="{FF2B5EF4-FFF2-40B4-BE49-F238E27FC236}">
                <a16:creationId xmlns:a16="http://schemas.microsoft.com/office/drawing/2014/main" id="{E5375745-B062-5E87-602B-F422E7069721}"/>
              </a:ext>
            </a:extLst>
          </p:cNvPr>
          <p:cNvSpPr/>
          <p:nvPr/>
        </p:nvSpPr>
        <p:spPr>
          <a:xfrm rot="10800000">
            <a:off x="2453204" y="2896066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1" name="Straight Connector 1080">
            <a:extLst>
              <a:ext uri="{FF2B5EF4-FFF2-40B4-BE49-F238E27FC236}">
                <a16:creationId xmlns:a16="http://schemas.microsoft.com/office/drawing/2014/main" id="{CE9A955C-7CFA-4402-FA7F-85CCF59AC689}"/>
              </a:ext>
            </a:extLst>
          </p:cNvPr>
          <p:cNvCxnSpPr>
            <a:cxnSpLocks/>
          </p:cNvCxnSpPr>
          <p:nvPr/>
        </p:nvCxnSpPr>
        <p:spPr>
          <a:xfrm rot="10800000">
            <a:off x="2653295" y="2896066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Straight Connector 1081">
            <a:extLst>
              <a:ext uri="{FF2B5EF4-FFF2-40B4-BE49-F238E27FC236}">
                <a16:creationId xmlns:a16="http://schemas.microsoft.com/office/drawing/2014/main" id="{FEBDB134-ECB8-F08F-51D0-A9DAEC40F1CA}"/>
              </a:ext>
            </a:extLst>
          </p:cNvPr>
          <p:cNvCxnSpPr>
            <a:cxnSpLocks/>
          </p:cNvCxnSpPr>
          <p:nvPr/>
        </p:nvCxnSpPr>
        <p:spPr>
          <a:xfrm rot="10800000" flipH="1">
            <a:off x="2453204" y="3096157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Straight Arrow Connector 1082">
            <a:extLst>
              <a:ext uri="{FF2B5EF4-FFF2-40B4-BE49-F238E27FC236}">
                <a16:creationId xmlns:a16="http://schemas.microsoft.com/office/drawing/2014/main" id="{14DFE1F0-977E-8FA2-87B3-44C582BAF9D5}"/>
              </a:ext>
            </a:extLst>
          </p:cNvPr>
          <p:cNvCxnSpPr>
            <a:cxnSpLocks/>
            <a:endCxn id="1080" idx="6"/>
          </p:cNvCxnSpPr>
          <p:nvPr/>
        </p:nvCxnSpPr>
        <p:spPr>
          <a:xfrm>
            <a:off x="1947552" y="3094953"/>
            <a:ext cx="505652" cy="12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Straight Arrow Connector 1083">
            <a:extLst>
              <a:ext uri="{FF2B5EF4-FFF2-40B4-BE49-F238E27FC236}">
                <a16:creationId xmlns:a16="http://schemas.microsoft.com/office/drawing/2014/main" id="{2E4824E3-5AAF-20CF-AB8D-CFB84A48824D}"/>
              </a:ext>
            </a:extLst>
          </p:cNvPr>
          <p:cNvCxnSpPr>
            <a:cxnSpLocks/>
            <a:stCxn id="1074" idx="7"/>
            <a:endCxn id="1080" idx="4"/>
          </p:cNvCxnSpPr>
          <p:nvPr/>
        </p:nvCxnSpPr>
        <p:spPr>
          <a:xfrm flipH="1">
            <a:off x="2653294" y="2535527"/>
            <a:ext cx="10697" cy="3605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Straight Arrow Connector 1084">
            <a:extLst>
              <a:ext uri="{FF2B5EF4-FFF2-40B4-BE49-F238E27FC236}">
                <a16:creationId xmlns:a16="http://schemas.microsoft.com/office/drawing/2014/main" id="{9E5D5EB4-5A5F-B86D-E6A4-AAC7BAD6894D}"/>
              </a:ext>
            </a:extLst>
          </p:cNvPr>
          <p:cNvCxnSpPr>
            <a:cxnSpLocks/>
            <a:stCxn id="1080" idx="2"/>
          </p:cNvCxnSpPr>
          <p:nvPr/>
        </p:nvCxnSpPr>
        <p:spPr>
          <a:xfrm>
            <a:off x="2853385" y="3096156"/>
            <a:ext cx="387500" cy="51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6" name="Oval 1085">
            <a:extLst>
              <a:ext uri="{FF2B5EF4-FFF2-40B4-BE49-F238E27FC236}">
                <a16:creationId xmlns:a16="http://schemas.microsoft.com/office/drawing/2014/main" id="{6FA20DBB-086C-9462-F8E4-EE627766D08A}"/>
              </a:ext>
            </a:extLst>
          </p:cNvPr>
          <p:cNvSpPr/>
          <p:nvPr/>
        </p:nvSpPr>
        <p:spPr>
          <a:xfrm rot="8243572">
            <a:off x="4141966" y="2156157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7" name="Straight Connector 1086">
            <a:extLst>
              <a:ext uri="{FF2B5EF4-FFF2-40B4-BE49-F238E27FC236}">
                <a16:creationId xmlns:a16="http://schemas.microsoft.com/office/drawing/2014/main" id="{D315D0EF-9240-7784-D74D-7EC714519E1A}"/>
              </a:ext>
            </a:extLst>
          </p:cNvPr>
          <p:cNvCxnSpPr>
            <a:cxnSpLocks/>
          </p:cNvCxnSpPr>
          <p:nvPr/>
        </p:nvCxnSpPr>
        <p:spPr>
          <a:xfrm rot="8243572">
            <a:off x="4342057" y="2156157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Straight Connector 1087">
            <a:extLst>
              <a:ext uri="{FF2B5EF4-FFF2-40B4-BE49-F238E27FC236}">
                <a16:creationId xmlns:a16="http://schemas.microsoft.com/office/drawing/2014/main" id="{AB8F2A1C-0583-066C-BB3C-07C783F5796F}"/>
              </a:ext>
            </a:extLst>
          </p:cNvPr>
          <p:cNvCxnSpPr>
            <a:cxnSpLocks/>
          </p:cNvCxnSpPr>
          <p:nvPr/>
        </p:nvCxnSpPr>
        <p:spPr>
          <a:xfrm rot="8243572" flipH="1">
            <a:off x="4141966" y="2356248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AE941BDB-1799-C526-7700-B82B317B0FB4}"/>
              </a:ext>
            </a:extLst>
          </p:cNvPr>
          <p:cNvSpPr/>
          <p:nvPr/>
        </p:nvSpPr>
        <p:spPr>
          <a:xfrm flipH="1">
            <a:off x="4930188" y="2913977"/>
            <a:ext cx="375485" cy="400685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0" name="Straight Arrow Connector 1089">
            <a:extLst>
              <a:ext uri="{FF2B5EF4-FFF2-40B4-BE49-F238E27FC236}">
                <a16:creationId xmlns:a16="http://schemas.microsoft.com/office/drawing/2014/main" id="{E7C0BE76-064A-9141-AB08-22A8458C3B93}"/>
              </a:ext>
            </a:extLst>
          </p:cNvPr>
          <p:cNvCxnSpPr>
            <a:cxnSpLocks/>
            <a:endCxn id="1086" idx="5"/>
          </p:cNvCxnSpPr>
          <p:nvPr/>
        </p:nvCxnSpPr>
        <p:spPr>
          <a:xfrm>
            <a:off x="3787635" y="2347893"/>
            <a:ext cx="3545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Straight Arrow Connector 1090">
            <a:extLst>
              <a:ext uri="{FF2B5EF4-FFF2-40B4-BE49-F238E27FC236}">
                <a16:creationId xmlns:a16="http://schemas.microsoft.com/office/drawing/2014/main" id="{637D6CC1-74DB-918D-3C56-D81968464F36}"/>
              </a:ext>
            </a:extLst>
          </p:cNvPr>
          <p:cNvCxnSpPr>
            <a:cxnSpLocks/>
            <a:endCxn id="1086" idx="3"/>
          </p:cNvCxnSpPr>
          <p:nvPr/>
        </p:nvCxnSpPr>
        <p:spPr>
          <a:xfrm>
            <a:off x="4350411" y="1248471"/>
            <a:ext cx="0" cy="9078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>
            <a:extLst>
              <a:ext uri="{FF2B5EF4-FFF2-40B4-BE49-F238E27FC236}">
                <a16:creationId xmlns:a16="http://schemas.microsoft.com/office/drawing/2014/main" id="{88BD6DF0-4754-4A43-5B63-2701F4FF7A4C}"/>
              </a:ext>
            </a:extLst>
          </p:cNvPr>
          <p:cNvSpPr/>
          <p:nvPr/>
        </p:nvSpPr>
        <p:spPr>
          <a:xfrm rot="10800000">
            <a:off x="4122915" y="2909083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93" name="Straight Connector 1092">
            <a:extLst>
              <a:ext uri="{FF2B5EF4-FFF2-40B4-BE49-F238E27FC236}">
                <a16:creationId xmlns:a16="http://schemas.microsoft.com/office/drawing/2014/main" id="{B1663144-308A-DA78-5948-99B91C21B9AE}"/>
              </a:ext>
            </a:extLst>
          </p:cNvPr>
          <p:cNvCxnSpPr>
            <a:cxnSpLocks/>
          </p:cNvCxnSpPr>
          <p:nvPr/>
        </p:nvCxnSpPr>
        <p:spPr>
          <a:xfrm rot="10800000">
            <a:off x="4323006" y="2909083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Straight Connector 1093">
            <a:extLst>
              <a:ext uri="{FF2B5EF4-FFF2-40B4-BE49-F238E27FC236}">
                <a16:creationId xmlns:a16="http://schemas.microsoft.com/office/drawing/2014/main" id="{D761C39A-09B5-F10C-1906-5985C9DB6032}"/>
              </a:ext>
            </a:extLst>
          </p:cNvPr>
          <p:cNvCxnSpPr>
            <a:cxnSpLocks/>
          </p:cNvCxnSpPr>
          <p:nvPr/>
        </p:nvCxnSpPr>
        <p:spPr>
          <a:xfrm rot="10800000" flipH="1">
            <a:off x="4122915" y="3109174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Straight Arrow Connector 1094">
            <a:extLst>
              <a:ext uri="{FF2B5EF4-FFF2-40B4-BE49-F238E27FC236}">
                <a16:creationId xmlns:a16="http://schemas.microsoft.com/office/drawing/2014/main" id="{C1457A16-415C-2298-8C16-E7CB1E896254}"/>
              </a:ext>
            </a:extLst>
          </p:cNvPr>
          <p:cNvCxnSpPr>
            <a:cxnSpLocks/>
            <a:stCxn id="1077" idx="1"/>
            <a:endCxn id="1092" idx="6"/>
          </p:cNvCxnSpPr>
          <p:nvPr/>
        </p:nvCxnSpPr>
        <p:spPr>
          <a:xfrm>
            <a:off x="3635962" y="3101303"/>
            <a:ext cx="486953" cy="78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Straight Arrow Connector 1095">
            <a:extLst>
              <a:ext uri="{FF2B5EF4-FFF2-40B4-BE49-F238E27FC236}">
                <a16:creationId xmlns:a16="http://schemas.microsoft.com/office/drawing/2014/main" id="{926BF0F7-1FE8-743B-388A-2304E31F27AD}"/>
              </a:ext>
            </a:extLst>
          </p:cNvPr>
          <p:cNvCxnSpPr>
            <a:cxnSpLocks/>
            <a:stCxn id="1086" idx="7"/>
            <a:endCxn id="1092" idx="4"/>
          </p:cNvCxnSpPr>
          <p:nvPr/>
        </p:nvCxnSpPr>
        <p:spPr>
          <a:xfrm flipH="1">
            <a:off x="4323005" y="2556164"/>
            <a:ext cx="10697" cy="3529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Straight Arrow Connector 1096">
            <a:extLst>
              <a:ext uri="{FF2B5EF4-FFF2-40B4-BE49-F238E27FC236}">
                <a16:creationId xmlns:a16="http://schemas.microsoft.com/office/drawing/2014/main" id="{AA3D5287-5649-1FE1-916D-28964F71949C}"/>
              </a:ext>
            </a:extLst>
          </p:cNvPr>
          <p:cNvCxnSpPr>
            <a:cxnSpLocks/>
            <a:stCxn id="1092" idx="2"/>
            <a:endCxn id="1089" idx="3"/>
          </p:cNvCxnSpPr>
          <p:nvPr/>
        </p:nvCxnSpPr>
        <p:spPr>
          <a:xfrm>
            <a:off x="4523096" y="3109173"/>
            <a:ext cx="407092" cy="51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Straight Arrow Connector 1099">
            <a:extLst>
              <a:ext uri="{FF2B5EF4-FFF2-40B4-BE49-F238E27FC236}">
                <a16:creationId xmlns:a16="http://schemas.microsoft.com/office/drawing/2014/main" id="{8F00EB81-259F-A085-2A1A-732E1FCB671E}"/>
              </a:ext>
            </a:extLst>
          </p:cNvPr>
          <p:cNvCxnSpPr>
            <a:cxnSpLocks/>
            <a:stCxn id="1089" idx="1"/>
          </p:cNvCxnSpPr>
          <p:nvPr/>
        </p:nvCxnSpPr>
        <p:spPr>
          <a:xfrm flipV="1">
            <a:off x="5305673" y="3111746"/>
            <a:ext cx="438699" cy="25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Connector 1102">
            <a:extLst>
              <a:ext uri="{FF2B5EF4-FFF2-40B4-BE49-F238E27FC236}">
                <a16:creationId xmlns:a16="http://schemas.microsoft.com/office/drawing/2014/main" id="{1A8F8307-4978-6F4C-31BA-316C0B13A535}"/>
              </a:ext>
            </a:extLst>
          </p:cNvPr>
          <p:cNvCxnSpPr>
            <a:cxnSpLocks/>
          </p:cNvCxnSpPr>
          <p:nvPr/>
        </p:nvCxnSpPr>
        <p:spPr>
          <a:xfrm>
            <a:off x="4930188" y="2327256"/>
            <a:ext cx="17556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81F848DC-9507-EFB9-1188-5811EAF7EDDC}"/>
              </a:ext>
            </a:extLst>
          </p:cNvPr>
          <p:cNvCxnSpPr>
            <a:cxnSpLocks/>
          </p:cNvCxnSpPr>
          <p:nvPr/>
        </p:nvCxnSpPr>
        <p:spPr>
          <a:xfrm>
            <a:off x="5807998" y="3109173"/>
            <a:ext cx="175562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Oval 1105">
            <a:extLst>
              <a:ext uri="{FF2B5EF4-FFF2-40B4-BE49-F238E27FC236}">
                <a16:creationId xmlns:a16="http://schemas.microsoft.com/office/drawing/2014/main" id="{1FFE710E-750E-3D4B-CA7B-4BC2022F2F66}"/>
              </a:ext>
            </a:extLst>
          </p:cNvPr>
          <p:cNvSpPr/>
          <p:nvPr/>
        </p:nvSpPr>
        <p:spPr>
          <a:xfrm rot="8243572">
            <a:off x="8091677" y="211969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7" name="Straight Connector 1106">
            <a:extLst>
              <a:ext uri="{FF2B5EF4-FFF2-40B4-BE49-F238E27FC236}">
                <a16:creationId xmlns:a16="http://schemas.microsoft.com/office/drawing/2014/main" id="{16E845CB-872E-6201-8B81-59F19576161A}"/>
              </a:ext>
            </a:extLst>
          </p:cNvPr>
          <p:cNvCxnSpPr>
            <a:cxnSpLocks/>
          </p:cNvCxnSpPr>
          <p:nvPr/>
        </p:nvCxnSpPr>
        <p:spPr>
          <a:xfrm rot="8243572">
            <a:off x="8291768" y="2119694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Straight Connector 1107">
            <a:extLst>
              <a:ext uri="{FF2B5EF4-FFF2-40B4-BE49-F238E27FC236}">
                <a16:creationId xmlns:a16="http://schemas.microsoft.com/office/drawing/2014/main" id="{E2FAF8FA-97FF-0946-8914-C44A766DCD9A}"/>
              </a:ext>
            </a:extLst>
          </p:cNvPr>
          <p:cNvCxnSpPr>
            <a:cxnSpLocks/>
          </p:cNvCxnSpPr>
          <p:nvPr/>
        </p:nvCxnSpPr>
        <p:spPr>
          <a:xfrm rot="8243572" flipH="1">
            <a:off x="8091677" y="2319785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7CDC2E91-0A30-C0A4-A21F-BA4DCD042C4E}"/>
              </a:ext>
            </a:extLst>
          </p:cNvPr>
          <p:cNvSpPr/>
          <p:nvPr/>
        </p:nvSpPr>
        <p:spPr>
          <a:xfrm flipH="1">
            <a:off x="8856854" y="2899558"/>
            <a:ext cx="375485" cy="400685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0" name="Straight Arrow Connector 1109">
            <a:extLst>
              <a:ext uri="{FF2B5EF4-FFF2-40B4-BE49-F238E27FC236}">
                <a16:creationId xmlns:a16="http://schemas.microsoft.com/office/drawing/2014/main" id="{BA26A7F8-F811-6755-789B-A3453824F661}"/>
              </a:ext>
            </a:extLst>
          </p:cNvPr>
          <p:cNvCxnSpPr>
            <a:cxnSpLocks/>
            <a:endCxn id="1106" idx="5"/>
          </p:cNvCxnSpPr>
          <p:nvPr/>
        </p:nvCxnSpPr>
        <p:spPr>
          <a:xfrm>
            <a:off x="7737346" y="2311430"/>
            <a:ext cx="3545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1" name="Straight Arrow Connector 1110">
            <a:extLst>
              <a:ext uri="{FF2B5EF4-FFF2-40B4-BE49-F238E27FC236}">
                <a16:creationId xmlns:a16="http://schemas.microsoft.com/office/drawing/2014/main" id="{44C23C30-3D46-33CE-0D2C-3C035B999158}"/>
              </a:ext>
            </a:extLst>
          </p:cNvPr>
          <p:cNvCxnSpPr>
            <a:cxnSpLocks/>
            <a:endCxn id="1106" idx="3"/>
          </p:cNvCxnSpPr>
          <p:nvPr/>
        </p:nvCxnSpPr>
        <p:spPr>
          <a:xfrm>
            <a:off x="8300122" y="1248471"/>
            <a:ext cx="0" cy="8713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2" name="Oval 1111">
            <a:extLst>
              <a:ext uri="{FF2B5EF4-FFF2-40B4-BE49-F238E27FC236}">
                <a16:creationId xmlns:a16="http://schemas.microsoft.com/office/drawing/2014/main" id="{E8452A9B-8246-4D3F-DFF8-166D904F6D21}"/>
              </a:ext>
            </a:extLst>
          </p:cNvPr>
          <p:cNvSpPr/>
          <p:nvPr/>
        </p:nvSpPr>
        <p:spPr>
          <a:xfrm rot="10800000">
            <a:off x="8072626" y="2899290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3" name="Straight Connector 1112">
            <a:extLst>
              <a:ext uri="{FF2B5EF4-FFF2-40B4-BE49-F238E27FC236}">
                <a16:creationId xmlns:a16="http://schemas.microsoft.com/office/drawing/2014/main" id="{2B282100-B3A2-8165-9E01-0DC2FCD38AA7}"/>
              </a:ext>
            </a:extLst>
          </p:cNvPr>
          <p:cNvCxnSpPr>
            <a:cxnSpLocks/>
            <a:stCxn id="1112" idx="0"/>
            <a:endCxn id="1112" idx="4"/>
          </p:cNvCxnSpPr>
          <p:nvPr/>
        </p:nvCxnSpPr>
        <p:spPr>
          <a:xfrm flipV="1">
            <a:off x="8272716" y="2899290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Straight Connector 1113">
            <a:extLst>
              <a:ext uri="{FF2B5EF4-FFF2-40B4-BE49-F238E27FC236}">
                <a16:creationId xmlns:a16="http://schemas.microsoft.com/office/drawing/2014/main" id="{DF9FCB9D-623A-EBE6-B382-91A2033ADD1E}"/>
              </a:ext>
            </a:extLst>
          </p:cNvPr>
          <p:cNvCxnSpPr>
            <a:cxnSpLocks/>
            <a:stCxn id="1112" idx="6"/>
            <a:endCxn id="1112" idx="2"/>
          </p:cNvCxnSpPr>
          <p:nvPr/>
        </p:nvCxnSpPr>
        <p:spPr>
          <a:xfrm>
            <a:off x="8072626" y="309938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Straight Arrow Connector 1114">
            <a:extLst>
              <a:ext uri="{FF2B5EF4-FFF2-40B4-BE49-F238E27FC236}">
                <a16:creationId xmlns:a16="http://schemas.microsoft.com/office/drawing/2014/main" id="{F2706FD1-4D54-0438-6A8B-39ECF58337AE}"/>
              </a:ext>
            </a:extLst>
          </p:cNvPr>
          <p:cNvCxnSpPr>
            <a:cxnSpLocks/>
            <a:endCxn id="1112" idx="6"/>
          </p:cNvCxnSpPr>
          <p:nvPr/>
        </p:nvCxnSpPr>
        <p:spPr>
          <a:xfrm>
            <a:off x="7563618" y="3099380"/>
            <a:ext cx="50900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Straight Arrow Connector 1115">
            <a:extLst>
              <a:ext uri="{FF2B5EF4-FFF2-40B4-BE49-F238E27FC236}">
                <a16:creationId xmlns:a16="http://schemas.microsoft.com/office/drawing/2014/main" id="{A6460C96-6803-44EB-ADD3-8DFAF4444D15}"/>
              </a:ext>
            </a:extLst>
          </p:cNvPr>
          <p:cNvCxnSpPr>
            <a:cxnSpLocks/>
            <a:stCxn id="1106" idx="7"/>
            <a:endCxn id="1112" idx="4"/>
          </p:cNvCxnSpPr>
          <p:nvPr/>
        </p:nvCxnSpPr>
        <p:spPr>
          <a:xfrm flipH="1">
            <a:off x="8272716" y="2519701"/>
            <a:ext cx="10697" cy="3795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Straight Arrow Connector 1116">
            <a:extLst>
              <a:ext uri="{FF2B5EF4-FFF2-40B4-BE49-F238E27FC236}">
                <a16:creationId xmlns:a16="http://schemas.microsoft.com/office/drawing/2014/main" id="{8993C9D0-AA71-2BB5-44DD-758421AA6721}"/>
              </a:ext>
            </a:extLst>
          </p:cNvPr>
          <p:cNvCxnSpPr>
            <a:cxnSpLocks/>
            <a:stCxn id="1112" idx="2"/>
            <a:endCxn id="1109" idx="3"/>
          </p:cNvCxnSpPr>
          <p:nvPr/>
        </p:nvCxnSpPr>
        <p:spPr>
          <a:xfrm>
            <a:off x="8472807" y="3099380"/>
            <a:ext cx="384047" cy="5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Oval 1135">
            <a:extLst>
              <a:ext uri="{FF2B5EF4-FFF2-40B4-BE49-F238E27FC236}">
                <a16:creationId xmlns:a16="http://schemas.microsoft.com/office/drawing/2014/main" id="{217AFEAC-C1AC-A6AB-92E5-ADDD75E6E775}"/>
              </a:ext>
            </a:extLst>
          </p:cNvPr>
          <p:cNvSpPr/>
          <p:nvPr/>
        </p:nvSpPr>
        <p:spPr>
          <a:xfrm rot="10800000">
            <a:off x="11102451" y="2894863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7" name="Straight Connector 1136">
            <a:extLst>
              <a:ext uri="{FF2B5EF4-FFF2-40B4-BE49-F238E27FC236}">
                <a16:creationId xmlns:a16="http://schemas.microsoft.com/office/drawing/2014/main" id="{8FF3CA20-E673-2925-70E3-1655B2EBD5EE}"/>
              </a:ext>
            </a:extLst>
          </p:cNvPr>
          <p:cNvCxnSpPr>
            <a:cxnSpLocks/>
            <a:stCxn id="1136" idx="0"/>
            <a:endCxn id="1136" idx="4"/>
          </p:cNvCxnSpPr>
          <p:nvPr/>
        </p:nvCxnSpPr>
        <p:spPr>
          <a:xfrm flipV="1">
            <a:off x="11302541" y="2894863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Straight Connector 1137">
            <a:extLst>
              <a:ext uri="{FF2B5EF4-FFF2-40B4-BE49-F238E27FC236}">
                <a16:creationId xmlns:a16="http://schemas.microsoft.com/office/drawing/2014/main" id="{18567940-5DB5-8267-0D85-58E42E28D941}"/>
              </a:ext>
            </a:extLst>
          </p:cNvPr>
          <p:cNvCxnSpPr>
            <a:cxnSpLocks/>
            <a:stCxn id="1136" idx="6"/>
            <a:endCxn id="1136" idx="2"/>
          </p:cNvCxnSpPr>
          <p:nvPr/>
        </p:nvCxnSpPr>
        <p:spPr>
          <a:xfrm>
            <a:off x="11102451" y="3094953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Straight Arrow Connector 1138">
            <a:extLst>
              <a:ext uri="{FF2B5EF4-FFF2-40B4-BE49-F238E27FC236}">
                <a16:creationId xmlns:a16="http://schemas.microsoft.com/office/drawing/2014/main" id="{4CEB8B89-3892-710F-D7F9-542B406E5560}"/>
              </a:ext>
            </a:extLst>
          </p:cNvPr>
          <p:cNvCxnSpPr>
            <a:cxnSpLocks/>
            <a:stCxn id="1109" idx="1"/>
            <a:endCxn id="1136" idx="6"/>
          </p:cNvCxnSpPr>
          <p:nvPr/>
        </p:nvCxnSpPr>
        <p:spPr>
          <a:xfrm flipV="1">
            <a:off x="9232339" y="3094953"/>
            <a:ext cx="1870112" cy="49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D17EDA3A-04BF-5554-82F7-C37215DE1902}"/>
              </a:ext>
            </a:extLst>
          </p:cNvPr>
          <p:cNvCxnSpPr>
            <a:cxnSpLocks/>
            <a:stCxn id="1136" idx="4"/>
          </p:cNvCxnSpPr>
          <p:nvPr/>
        </p:nvCxnSpPr>
        <p:spPr>
          <a:xfrm rot="16200000" flipV="1">
            <a:off x="10383184" y="1975506"/>
            <a:ext cx="1447063" cy="391652"/>
          </a:xfrm>
          <a:prstGeom prst="bentConnector3">
            <a:avLst>
              <a:gd name="adj1" fmla="val 10055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Arrow Connector 1145">
            <a:extLst>
              <a:ext uri="{FF2B5EF4-FFF2-40B4-BE49-F238E27FC236}">
                <a16:creationId xmlns:a16="http://schemas.microsoft.com/office/drawing/2014/main" id="{C549916C-3BD7-B445-97F6-401D24DFA520}"/>
              </a:ext>
            </a:extLst>
          </p:cNvPr>
          <p:cNvCxnSpPr>
            <a:cxnSpLocks/>
          </p:cNvCxnSpPr>
          <p:nvPr/>
        </p:nvCxnSpPr>
        <p:spPr>
          <a:xfrm flipH="1">
            <a:off x="10928573" y="1036320"/>
            <a:ext cx="37396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6A941DC8-35BD-3E8D-AF2E-D2076765B3D5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10719023" y="518160"/>
            <a:ext cx="0" cy="371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Straight Arrow Connector 3">
            <a:extLst>
              <a:ext uri="{FF2B5EF4-FFF2-40B4-BE49-F238E27FC236}">
                <a16:creationId xmlns:a16="http://schemas.microsoft.com/office/drawing/2014/main" id="{54D07227-E050-932F-FEC9-F65D572A9DFE}"/>
              </a:ext>
            </a:extLst>
          </p:cNvPr>
          <p:cNvCxnSpPr>
            <a:cxnSpLocks/>
            <a:endCxn id="1136" idx="0"/>
          </p:cNvCxnSpPr>
          <p:nvPr/>
        </p:nvCxnSpPr>
        <p:spPr>
          <a:xfrm flipV="1">
            <a:off x="1977963" y="3295044"/>
            <a:ext cx="9324578" cy="91939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5" name="Trapezoid 1154">
            <a:extLst>
              <a:ext uri="{FF2B5EF4-FFF2-40B4-BE49-F238E27FC236}">
                <a16:creationId xmlns:a16="http://schemas.microsoft.com/office/drawing/2014/main" id="{F4B24F52-F99A-63B2-67DD-06FCC782E890}"/>
              </a:ext>
            </a:extLst>
          </p:cNvPr>
          <p:cNvSpPr/>
          <p:nvPr/>
        </p:nvSpPr>
        <p:spPr>
          <a:xfrm rot="5400000">
            <a:off x="5684520" y="5286351"/>
            <a:ext cx="822960" cy="419100"/>
          </a:xfrm>
          <a:prstGeom prst="trapezoid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noFill/>
            </a:endParaRPr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B4E724A8-A996-C61D-6A84-B6BFE55A5C4F}"/>
              </a:ext>
            </a:extLst>
          </p:cNvPr>
          <p:cNvCxnSpPr>
            <a:cxnSpLocks/>
            <a:stCxn id="1155" idx="0"/>
          </p:cNvCxnSpPr>
          <p:nvPr/>
        </p:nvCxnSpPr>
        <p:spPr>
          <a:xfrm>
            <a:off x="6305550" y="5495901"/>
            <a:ext cx="38025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Straight Arrow Connector 1156">
            <a:extLst>
              <a:ext uri="{FF2B5EF4-FFF2-40B4-BE49-F238E27FC236}">
                <a16:creationId xmlns:a16="http://schemas.microsoft.com/office/drawing/2014/main" id="{FDE85CEA-FDDF-53EF-C7C3-1ED6CAB1E9F4}"/>
              </a:ext>
            </a:extLst>
          </p:cNvPr>
          <p:cNvCxnSpPr>
            <a:cxnSpLocks/>
            <a:endCxn id="1155" idx="3"/>
          </p:cNvCxnSpPr>
          <p:nvPr/>
        </p:nvCxnSpPr>
        <p:spPr>
          <a:xfrm flipV="1">
            <a:off x="6096000" y="5854994"/>
            <a:ext cx="0" cy="3795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140F3F32-EC1A-0FE4-D517-526E6490B5BD}"/>
              </a:ext>
            </a:extLst>
          </p:cNvPr>
          <p:cNvCxnSpPr>
            <a:cxnSpLocks/>
          </p:cNvCxnSpPr>
          <p:nvPr/>
        </p:nvCxnSpPr>
        <p:spPr>
          <a:xfrm>
            <a:off x="2509016" y="4200453"/>
            <a:ext cx="3371542" cy="1454451"/>
          </a:xfrm>
          <a:prstGeom prst="bentConnector3">
            <a:avLst>
              <a:gd name="adj1" fmla="val 33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Straight Connector 1177">
            <a:extLst>
              <a:ext uri="{FF2B5EF4-FFF2-40B4-BE49-F238E27FC236}">
                <a16:creationId xmlns:a16="http://schemas.microsoft.com/office/drawing/2014/main" id="{0BA8B292-2D18-149B-224A-E2551281E10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25022" y="3101299"/>
            <a:ext cx="4648726" cy="1642968"/>
          </a:xfrm>
          <a:prstGeom prst="bentConnector3">
            <a:avLst>
              <a:gd name="adj1" fmla="val -324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Straight Arrow Connector 1162">
            <a:extLst>
              <a:ext uri="{FF2B5EF4-FFF2-40B4-BE49-F238E27FC236}">
                <a16:creationId xmlns:a16="http://schemas.microsoft.com/office/drawing/2014/main" id="{BF2C60E2-EB56-053A-413C-5934EB0512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30431" y="4840776"/>
            <a:ext cx="544721" cy="355538"/>
          </a:xfrm>
          <a:prstGeom prst="bentConnector3">
            <a:avLst>
              <a:gd name="adj1" fmla="val 10027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4" name="TextBox 1193">
            <a:extLst>
              <a:ext uri="{FF2B5EF4-FFF2-40B4-BE49-F238E27FC236}">
                <a16:creationId xmlns:a16="http://schemas.microsoft.com/office/drawing/2014/main" id="{F58A3823-4C3D-39C5-B742-FD8D496FF4DA}"/>
              </a:ext>
            </a:extLst>
          </p:cNvPr>
          <p:cNvSpPr txBox="1"/>
          <p:nvPr/>
        </p:nvSpPr>
        <p:spPr>
          <a:xfrm>
            <a:off x="10285250" y="213769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sp>
        <p:nvSpPr>
          <p:cNvPr id="1195" name="TextBox 1194">
            <a:extLst>
              <a:ext uri="{FF2B5EF4-FFF2-40B4-BE49-F238E27FC236}">
                <a16:creationId xmlns:a16="http://schemas.microsoft.com/office/drawing/2014/main" id="{9A37A70C-B78B-62FD-4E5C-E70AE79FEEF2}"/>
              </a:ext>
            </a:extLst>
          </p:cNvPr>
          <p:cNvSpPr txBox="1"/>
          <p:nvPr/>
        </p:nvSpPr>
        <p:spPr>
          <a:xfrm>
            <a:off x="5657155" y="6289683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sp>
        <p:nvSpPr>
          <p:cNvPr id="1196" name="TextBox 1195">
            <a:extLst>
              <a:ext uri="{FF2B5EF4-FFF2-40B4-BE49-F238E27FC236}">
                <a16:creationId xmlns:a16="http://schemas.microsoft.com/office/drawing/2014/main" id="{A376A2BB-DE42-A851-75EE-5117961A635F}"/>
              </a:ext>
            </a:extLst>
          </p:cNvPr>
          <p:cNvSpPr txBox="1"/>
          <p:nvPr/>
        </p:nvSpPr>
        <p:spPr>
          <a:xfrm>
            <a:off x="11302541" y="83487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97" name="TextBox 1196">
            <a:extLst>
              <a:ext uri="{FF2B5EF4-FFF2-40B4-BE49-F238E27FC236}">
                <a16:creationId xmlns:a16="http://schemas.microsoft.com/office/drawing/2014/main" id="{7C29F873-EA42-3BE4-9058-1B12BBAD7EBE}"/>
              </a:ext>
            </a:extLst>
          </p:cNvPr>
          <p:cNvSpPr txBox="1"/>
          <p:nvPr/>
        </p:nvSpPr>
        <p:spPr>
          <a:xfrm>
            <a:off x="10620475" y="8516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198" name="TextBox 1197">
            <a:extLst>
              <a:ext uri="{FF2B5EF4-FFF2-40B4-BE49-F238E27FC236}">
                <a16:creationId xmlns:a16="http://schemas.microsoft.com/office/drawing/2014/main" id="{AEBE1F55-5EED-4817-F2BA-98F8A6B80689}"/>
              </a:ext>
            </a:extLst>
          </p:cNvPr>
          <p:cNvSpPr txBox="1"/>
          <p:nvPr/>
        </p:nvSpPr>
        <p:spPr>
          <a:xfrm>
            <a:off x="10618271" y="12457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199" name="TextBox 1198">
            <a:extLst>
              <a:ext uri="{FF2B5EF4-FFF2-40B4-BE49-F238E27FC236}">
                <a16:creationId xmlns:a16="http://schemas.microsoft.com/office/drawing/2014/main" id="{2336BBDF-A749-E1DD-4828-1C161C1513AD}"/>
              </a:ext>
            </a:extLst>
          </p:cNvPr>
          <p:cNvSpPr txBox="1"/>
          <p:nvPr/>
        </p:nvSpPr>
        <p:spPr>
          <a:xfrm>
            <a:off x="5872871" y="509157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200" name="TextBox 1199">
            <a:extLst>
              <a:ext uri="{FF2B5EF4-FFF2-40B4-BE49-F238E27FC236}">
                <a16:creationId xmlns:a16="http://schemas.microsoft.com/office/drawing/2014/main" id="{C65F0636-38AB-C1A8-37C5-5684B4797A1C}"/>
              </a:ext>
            </a:extLst>
          </p:cNvPr>
          <p:cNvSpPr txBox="1"/>
          <p:nvPr/>
        </p:nvSpPr>
        <p:spPr>
          <a:xfrm>
            <a:off x="5870667" y="54856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201" name="TextBox 1200">
            <a:extLst>
              <a:ext uri="{FF2B5EF4-FFF2-40B4-BE49-F238E27FC236}">
                <a16:creationId xmlns:a16="http://schemas.microsoft.com/office/drawing/2014/main" id="{05F38B4A-C9A3-2D39-A620-A4EB2A7E48D2}"/>
              </a:ext>
            </a:extLst>
          </p:cNvPr>
          <p:cNvSpPr txBox="1"/>
          <p:nvPr/>
        </p:nvSpPr>
        <p:spPr>
          <a:xfrm>
            <a:off x="265475" y="3774051"/>
            <a:ext cx="2072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</a:t>
            </a:r>
            <a:r>
              <a:rPr lang="en-US" baseline="-25000" dirty="0"/>
              <a:t>0</a:t>
            </a:r>
            <a:r>
              <a:rPr lang="en-US" dirty="0"/>
              <a:t> , M</a:t>
            </a:r>
            <a:r>
              <a:rPr lang="en-US" baseline="-25000" dirty="0"/>
              <a:t>1</a:t>
            </a:r>
            <a:r>
              <a:rPr lang="en-US" dirty="0"/>
              <a:t>, M</a:t>
            </a:r>
            <a:r>
              <a:rPr lang="en-US" baseline="-25000" dirty="0"/>
              <a:t>2</a:t>
            </a:r>
            <a:r>
              <a:rPr lang="en-US" dirty="0"/>
              <a:t>, …. M</a:t>
            </a:r>
            <a:r>
              <a:rPr lang="en-US" baseline="-25000" dirty="0"/>
              <a:t>k-1</a:t>
            </a:r>
          </a:p>
        </p:txBody>
      </p:sp>
      <p:sp>
        <p:nvSpPr>
          <p:cNvPr id="1203" name="TextBox 1202">
            <a:extLst>
              <a:ext uri="{FF2B5EF4-FFF2-40B4-BE49-F238E27FC236}">
                <a16:creationId xmlns:a16="http://schemas.microsoft.com/office/drawing/2014/main" id="{17B59124-CC53-179B-FFA0-54B1D258D34A}"/>
              </a:ext>
            </a:extLst>
          </p:cNvPr>
          <p:cNvSpPr txBox="1"/>
          <p:nvPr/>
        </p:nvSpPr>
        <p:spPr>
          <a:xfrm>
            <a:off x="9057635" y="5290906"/>
            <a:ext cx="2072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M</a:t>
            </a:r>
            <a:r>
              <a:rPr lang="en-US" baseline="-25000" dirty="0"/>
              <a:t>0</a:t>
            </a:r>
            <a:r>
              <a:rPr lang="en-US" dirty="0"/>
              <a:t> , M</a:t>
            </a:r>
            <a:r>
              <a:rPr lang="en-US" baseline="-25000" dirty="0"/>
              <a:t>1</a:t>
            </a:r>
            <a:r>
              <a:rPr lang="en-US" dirty="0"/>
              <a:t>, M</a:t>
            </a:r>
            <a:r>
              <a:rPr lang="en-US" baseline="-25000" dirty="0"/>
              <a:t>2</a:t>
            </a:r>
            <a:r>
              <a:rPr lang="en-US" dirty="0"/>
              <a:t>, …. M</a:t>
            </a:r>
            <a:r>
              <a:rPr lang="en-US" baseline="-25000" dirty="0"/>
              <a:t>k-1</a:t>
            </a:r>
          </a:p>
        </p:txBody>
      </p:sp>
      <p:sp>
        <p:nvSpPr>
          <p:cNvPr id="1205" name="TextBox 1204">
            <a:extLst>
              <a:ext uri="{FF2B5EF4-FFF2-40B4-BE49-F238E27FC236}">
                <a16:creationId xmlns:a16="http://schemas.microsoft.com/office/drawing/2014/main" id="{75EE607B-28AB-517B-4F45-8CA6573B5A9B}"/>
              </a:ext>
            </a:extLst>
          </p:cNvPr>
          <p:cNvSpPr txBox="1"/>
          <p:nvPr/>
        </p:nvSpPr>
        <p:spPr>
          <a:xfrm>
            <a:off x="202892" y="2129992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</a:t>
            </a:r>
            <a:r>
              <a:rPr lang="en-US" baseline="-25000" dirty="0"/>
              <a:t>0</a:t>
            </a:r>
          </a:p>
        </p:txBody>
      </p:sp>
      <p:sp>
        <p:nvSpPr>
          <p:cNvPr id="1206" name="TextBox 1205">
            <a:extLst>
              <a:ext uri="{FF2B5EF4-FFF2-40B4-BE49-F238E27FC236}">
                <a16:creationId xmlns:a16="http://schemas.microsoft.com/office/drawing/2014/main" id="{8E6BED03-827E-335E-88E8-9A2971631F36}"/>
              </a:ext>
            </a:extLst>
          </p:cNvPr>
          <p:cNvSpPr txBox="1"/>
          <p:nvPr/>
        </p:nvSpPr>
        <p:spPr>
          <a:xfrm>
            <a:off x="1686018" y="2140411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</a:t>
            </a:r>
            <a:r>
              <a:rPr lang="en-US" baseline="-25000" dirty="0"/>
              <a:t>1</a:t>
            </a:r>
          </a:p>
        </p:txBody>
      </p:sp>
      <p:sp>
        <p:nvSpPr>
          <p:cNvPr id="1207" name="TextBox 1206">
            <a:extLst>
              <a:ext uri="{FF2B5EF4-FFF2-40B4-BE49-F238E27FC236}">
                <a16:creationId xmlns:a16="http://schemas.microsoft.com/office/drawing/2014/main" id="{5306052A-3F5B-2E2B-3673-CCC47E0ACDCD}"/>
              </a:ext>
            </a:extLst>
          </p:cNvPr>
          <p:cNvSpPr txBox="1"/>
          <p:nvPr/>
        </p:nvSpPr>
        <p:spPr>
          <a:xfrm>
            <a:off x="3323951" y="2140411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</a:t>
            </a:r>
            <a:r>
              <a:rPr lang="en-US" baseline="-25000" dirty="0"/>
              <a:t>2</a:t>
            </a: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21F779DD-067C-BA0C-C9AC-105E23C72E06}"/>
              </a:ext>
            </a:extLst>
          </p:cNvPr>
          <p:cNvSpPr txBox="1"/>
          <p:nvPr/>
        </p:nvSpPr>
        <p:spPr>
          <a:xfrm>
            <a:off x="7187837" y="2127877"/>
            <a:ext cx="550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</a:t>
            </a:r>
            <a:r>
              <a:rPr lang="en-US" baseline="-25000" dirty="0"/>
              <a:t>2t-1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050249F8-B939-6BE0-8879-775EB283D90E}"/>
              </a:ext>
            </a:extLst>
          </p:cNvPr>
          <p:cNvSpPr txBox="1"/>
          <p:nvPr/>
        </p:nvSpPr>
        <p:spPr>
          <a:xfrm>
            <a:off x="7134606" y="5300996"/>
            <a:ext cx="2019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P</a:t>
            </a:r>
            <a:r>
              <a:rPr lang="en-US" baseline="-25000" dirty="0"/>
              <a:t>0</a:t>
            </a:r>
            <a:r>
              <a:rPr lang="en-US" dirty="0"/>
              <a:t> , P</a:t>
            </a:r>
            <a:r>
              <a:rPr lang="en-US" baseline="-25000" dirty="0"/>
              <a:t>1</a:t>
            </a:r>
            <a:r>
              <a:rPr lang="en-US" dirty="0"/>
              <a:t>, P</a:t>
            </a:r>
            <a:r>
              <a:rPr lang="en-US" baseline="-25000" dirty="0"/>
              <a:t>2</a:t>
            </a:r>
            <a:r>
              <a:rPr lang="en-US" dirty="0"/>
              <a:t>, …. P</a:t>
            </a:r>
            <a:r>
              <a:rPr lang="en-US" baseline="-25000" dirty="0"/>
              <a:t>n-k-1</a:t>
            </a:r>
          </a:p>
        </p:txBody>
      </p:sp>
      <p:sp>
        <p:nvSpPr>
          <p:cNvPr id="1211" name="TextBox 1210">
            <a:extLst>
              <a:ext uri="{FF2B5EF4-FFF2-40B4-BE49-F238E27FC236}">
                <a16:creationId xmlns:a16="http://schemas.microsoft.com/office/drawing/2014/main" id="{45FC2D5B-555F-C6BB-9DB4-A42589257F59}"/>
              </a:ext>
            </a:extLst>
          </p:cNvPr>
          <p:cNvSpPr txBox="1"/>
          <p:nvPr/>
        </p:nvSpPr>
        <p:spPr>
          <a:xfrm>
            <a:off x="568440" y="4143383"/>
            <a:ext cx="11565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Input Message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BEC2A9DC-07D5-0BAD-018A-6498B936F2E6}"/>
              </a:ext>
            </a:extLst>
          </p:cNvPr>
          <p:cNvSpPr txBox="1"/>
          <p:nvPr/>
        </p:nvSpPr>
        <p:spPr>
          <a:xfrm>
            <a:off x="8439037" y="5672823"/>
            <a:ext cx="14797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aseline="-25000" dirty="0"/>
              <a:t>Codeword Symbols</a:t>
            </a:r>
          </a:p>
        </p:txBody>
      </p:sp>
      <p:sp>
        <p:nvSpPr>
          <p:cNvPr id="1213" name="Title 1">
            <a:extLst>
              <a:ext uri="{FF2B5EF4-FFF2-40B4-BE49-F238E27FC236}">
                <a16:creationId xmlns:a16="http://schemas.microsoft.com/office/drawing/2014/main" id="{578E4350-FA7B-0E48-C08A-E3C723A84C66}"/>
              </a:ext>
            </a:extLst>
          </p:cNvPr>
          <p:cNvSpPr txBox="1">
            <a:spLocks/>
          </p:cNvSpPr>
          <p:nvPr/>
        </p:nvSpPr>
        <p:spPr>
          <a:xfrm>
            <a:off x="4720226" y="246049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Reed Solomon encoder</a:t>
            </a:r>
          </a:p>
        </p:txBody>
      </p:sp>
    </p:spTree>
    <p:extLst>
      <p:ext uri="{BB962C8B-B14F-4D97-AF65-F5344CB8AC3E}">
        <p14:creationId xmlns:p14="http://schemas.microsoft.com/office/powerpoint/2010/main" val="3220944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FFF3-96CA-EBD6-E7FD-DF68D526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158E880-AA90-6C88-C375-E54DB79642CA}"/>
              </a:ext>
            </a:extLst>
          </p:cNvPr>
          <p:cNvCxnSpPr>
            <a:cxnSpLocks/>
          </p:cNvCxnSpPr>
          <p:nvPr/>
        </p:nvCxnSpPr>
        <p:spPr>
          <a:xfrm flipV="1">
            <a:off x="5203354" y="3051920"/>
            <a:ext cx="834629" cy="813253"/>
          </a:xfrm>
          <a:prstGeom prst="bentConnector3">
            <a:avLst>
              <a:gd name="adj1" fmla="val 4239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902998AF-BC77-3031-39E7-B16B62532A32}"/>
              </a:ext>
            </a:extLst>
          </p:cNvPr>
          <p:cNvSpPr txBox="1">
            <a:spLocks/>
          </p:cNvSpPr>
          <p:nvPr/>
        </p:nvSpPr>
        <p:spPr>
          <a:xfrm>
            <a:off x="4720226" y="246049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Reed Solomon decoder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AD3A27-D5B4-A161-7D44-115B03A1541E}"/>
              </a:ext>
            </a:extLst>
          </p:cNvPr>
          <p:cNvSpPr/>
          <p:nvPr/>
        </p:nvSpPr>
        <p:spPr>
          <a:xfrm>
            <a:off x="4148843" y="1531918"/>
            <a:ext cx="1054511" cy="25553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9A8F86-EDBA-2BB0-5641-B6408E9A5D63}"/>
              </a:ext>
            </a:extLst>
          </p:cNvPr>
          <p:cNvSpPr/>
          <p:nvPr/>
        </p:nvSpPr>
        <p:spPr>
          <a:xfrm>
            <a:off x="6026343" y="2245362"/>
            <a:ext cx="1195538" cy="112841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166E05-C1FE-0E4F-D769-BBB96EF3E7FB}"/>
              </a:ext>
            </a:extLst>
          </p:cNvPr>
          <p:cNvSpPr/>
          <p:nvPr/>
        </p:nvSpPr>
        <p:spPr>
          <a:xfrm>
            <a:off x="7918326" y="2929812"/>
            <a:ext cx="973331" cy="112841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A7A1F1-ACF5-6CF4-2001-2917C4117368}"/>
              </a:ext>
            </a:extLst>
          </p:cNvPr>
          <p:cNvSpPr/>
          <p:nvPr/>
        </p:nvSpPr>
        <p:spPr>
          <a:xfrm>
            <a:off x="9457478" y="2240099"/>
            <a:ext cx="1005735" cy="112841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1FE0D8-A44F-EE58-A09C-3F7CDFA4255D}"/>
              </a:ext>
            </a:extLst>
          </p:cNvPr>
          <p:cNvSpPr/>
          <p:nvPr/>
        </p:nvSpPr>
        <p:spPr>
          <a:xfrm>
            <a:off x="2607030" y="2864793"/>
            <a:ext cx="888273" cy="112841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4CDAC7-40A2-AF13-103D-8E080CC6DAD7}"/>
              </a:ext>
            </a:extLst>
          </p:cNvPr>
          <p:cNvSpPr/>
          <p:nvPr/>
        </p:nvSpPr>
        <p:spPr>
          <a:xfrm>
            <a:off x="4237098" y="5169824"/>
            <a:ext cx="1759941" cy="64648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3530602-69CD-62AE-3AE8-3B4F7EACF565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95303" y="3429000"/>
            <a:ext cx="6535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1">
            <a:extLst>
              <a:ext uri="{FF2B5EF4-FFF2-40B4-BE49-F238E27FC236}">
                <a16:creationId xmlns:a16="http://schemas.microsoft.com/office/drawing/2014/main" id="{D8C2C8E1-8072-ACCA-E5A0-81A8DD12C30C}"/>
              </a:ext>
            </a:extLst>
          </p:cNvPr>
          <p:cNvCxnSpPr>
            <a:cxnSpLocks/>
          </p:cNvCxnSpPr>
          <p:nvPr/>
        </p:nvCxnSpPr>
        <p:spPr>
          <a:xfrm>
            <a:off x="5203354" y="1921919"/>
            <a:ext cx="834629" cy="813253"/>
          </a:xfrm>
          <a:prstGeom prst="bentConnector3">
            <a:avLst>
              <a:gd name="adj1" fmla="val 4239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E7BDE8-98A7-8CF3-A3C9-782EE81A4928}"/>
              </a:ext>
            </a:extLst>
          </p:cNvPr>
          <p:cNvCxnSpPr>
            <a:cxnSpLocks/>
          </p:cNvCxnSpPr>
          <p:nvPr/>
        </p:nvCxnSpPr>
        <p:spPr>
          <a:xfrm>
            <a:off x="7221881" y="3013087"/>
            <a:ext cx="6964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BFA236C-1E68-69CA-AF1C-6253ECEB64C2}"/>
              </a:ext>
            </a:extLst>
          </p:cNvPr>
          <p:cNvCxnSpPr>
            <a:cxnSpLocks/>
          </p:cNvCxnSpPr>
          <p:nvPr/>
        </p:nvCxnSpPr>
        <p:spPr>
          <a:xfrm>
            <a:off x="7221881" y="3263552"/>
            <a:ext cx="6964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B5B1759-9D54-03BF-D13D-8591BE97E7F7}"/>
              </a:ext>
            </a:extLst>
          </p:cNvPr>
          <p:cNvCxnSpPr>
            <a:cxnSpLocks/>
          </p:cNvCxnSpPr>
          <p:nvPr/>
        </p:nvCxnSpPr>
        <p:spPr>
          <a:xfrm>
            <a:off x="7221881" y="2412006"/>
            <a:ext cx="22355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CE696CB-F0AB-2580-F81C-B8F90A58E7F5}"/>
              </a:ext>
            </a:extLst>
          </p:cNvPr>
          <p:cNvCxnSpPr>
            <a:cxnSpLocks/>
          </p:cNvCxnSpPr>
          <p:nvPr/>
        </p:nvCxnSpPr>
        <p:spPr>
          <a:xfrm>
            <a:off x="8902508" y="3154622"/>
            <a:ext cx="5549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129554-FAAA-DDE6-E7AD-83200FD4188C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10463213" y="2804305"/>
            <a:ext cx="566883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B3A8D3B-4297-06A1-AD3A-829958AA5FE8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1994765" y="3429000"/>
            <a:ext cx="612265" cy="2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1">
            <a:extLst>
              <a:ext uri="{FF2B5EF4-FFF2-40B4-BE49-F238E27FC236}">
                <a16:creationId xmlns:a16="http://schemas.microsoft.com/office/drawing/2014/main" id="{9AE94E91-5276-4B85-C482-5EEC812F1247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2236963" y="3492933"/>
            <a:ext cx="2064068" cy="193620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1">
            <a:extLst>
              <a:ext uri="{FF2B5EF4-FFF2-40B4-BE49-F238E27FC236}">
                <a16:creationId xmlns:a16="http://schemas.microsoft.com/office/drawing/2014/main" id="{BAC2788B-6189-AA5F-4198-CA0E8BD552AF}"/>
              </a:ext>
            </a:extLst>
          </p:cNvPr>
          <p:cNvCxnSpPr>
            <a:cxnSpLocks/>
            <a:stCxn id="10" idx="3"/>
            <a:endCxn id="8" idx="2"/>
          </p:cNvCxnSpPr>
          <p:nvPr/>
        </p:nvCxnSpPr>
        <p:spPr>
          <a:xfrm flipV="1">
            <a:off x="5997039" y="3368513"/>
            <a:ext cx="3963307" cy="212455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05DF066-321E-F333-D562-53879917E587}"/>
              </a:ext>
            </a:extLst>
          </p:cNvPr>
          <p:cNvSpPr txBox="1"/>
          <p:nvPr/>
        </p:nvSpPr>
        <p:spPr>
          <a:xfrm>
            <a:off x="530392" y="2996881"/>
            <a:ext cx="16626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Received </a:t>
            </a:r>
          </a:p>
          <a:p>
            <a:r>
              <a:rPr lang="en-US" dirty="0"/>
              <a:t>codeword</a:t>
            </a:r>
          </a:p>
          <a:p>
            <a:r>
              <a:rPr lang="en-US" dirty="0"/>
              <a:t>V(x) = r(x) + e(x)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7B5F956-F1F3-1C5B-F68A-2D750A2298AF}"/>
              </a:ext>
            </a:extLst>
          </p:cNvPr>
          <p:cNvSpPr txBox="1"/>
          <p:nvPr/>
        </p:nvSpPr>
        <p:spPr>
          <a:xfrm>
            <a:off x="3566834" y="2949288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S(x)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C5FAD1-DA3B-BC0F-FB28-3E7BCD8E0E33}"/>
              </a:ext>
            </a:extLst>
          </p:cNvPr>
          <p:cNvSpPr txBox="1"/>
          <p:nvPr/>
        </p:nvSpPr>
        <p:spPr>
          <a:xfrm>
            <a:off x="2563555" y="3174098"/>
            <a:ext cx="9730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Syndrome</a:t>
            </a:r>
          </a:p>
          <a:p>
            <a:r>
              <a:rPr lang="en-US" sz="1400" dirty="0"/>
              <a:t>calculator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18C5BD-BB29-9DE1-AAB1-83D792262472}"/>
              </a:ext>
            </a:extLst>
          </p:cNvPr>
          <p:cNvSpPr txBox="1"/>
          <p:nvPr/>
        </p:nvSpPr>
        <p:spPr>
          <a:xfrm>
            <a:off x="4162445" y="2395290"/>
            <a:ext cx="11155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</a:t>
            </a:r>
          </a:p>
          <a:p>
            <a:r>
              <a:rPr lang="en-US" dirty="0"/>
              <a:t>equation </a:t>
            </a:r>
          </a:p>
          <a:p>
            <a:r>
              <a:rPr lang="en-US" dirty="0"/>
              <a:t>solver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8F15DF9-0235-DB00-7DCE-73C92DD35AA9}"/>
              </a:ext>
            </a:extLst>
          </p:cNvPr>
          <p:cNvSpPr txBox="1"/>
          <p:nvPr/>
        </p:nvSpPr>
        <p:spPr>
          <a:xfrm>
            <a:off x="4454739" y="5230516"/>
            <a:ext cx="1324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FIFO Register</a:t>
            </a:r>
          </a:p>
          <a:p>
            <a:r>
              <a:rPr lang="en-US" sz="1400" dirty="0"/>
              <a:t>(delay register)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8240E7-AB4A-8D80-0AC8-62E3A0F46DB4}"/>
              </a:ext>
            </a:extLst>
          </p:cNvPr>
          <p:cNvSpPr txBox="1"/>
          <p:nvPr/>
        </p:nvSpPr>
        <p:spPr>
          <a:xfrm>
            <a:off x="4048234" y="4140928"/>
            <a:ext cx="1255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iBM</a:t>
            </a:r>
            <a:r>
              <a:rPr lang="en-US" sz="1400" dirty="0"/>
              <a:t> algorithm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D55BB9-91D9-2DCB-4CF1-3C8DA7F40E2F}"/>
              </a:ext>
            </a:extLst>
          </p:cNvPr>
          <p:cNvSpPr txBox="1"/>
          <p:nvPr/>
        </p:nvSpPr>
        <p:spPr>
          <a:xfrm>
            <a:off x="5316432" y="3818385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/>
              <a:t>ω</a:t>
            </a:r>
            <a:r>
              <a:rPr lang="en-US" dirty="0"/>
              <a:t>(x)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2E41C5-6554-9453-2DCA-B77CFF9BAAAC}"/>
              </a:ext>
            </a:extLst>
          </p:cNvPr>
          <p:cNvSpPr txBox="1"/>
          <p:nvPr/>
        </p:nvSpPr>
        <p:spPr>
          <a:xfrm>
            <a:off x="5409935" y="155285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/>
              <a:t>σ</a:t>
            </a:r>
            <a:r>
              <a:rPr lang="en-US" dirty="0"/>
              <a:t>(x)</a:t>
            </a:r>
            <a:endParaRPr lang="en-US" sz="1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C0158A-9892-3551-334A-EB8F30FCF946}"/>
              </a:ext>
            </a:extLst>
          </p:cNvPr>
          <p:cNvSpPr txBox="1"/>
          <p:nvPr/>
        </p:nvSpPr>
        <p:spPr>
          <a:xfrm>
            <a:off x="7247825" y="2033482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/>
              <a:t>σ</a:t>
            </a:r>
            <a:r>
              <a:rPr lang="en-US" dirty="0"/>
              <a:t>(</a:t>
            </a:r>
            <a:r>
              <a:rPr lang="el-GR" dirty="0"/>
              <a:t>α</a:t>
            </a:r>
            <a:r>
              <a:rPr lang="en-US" baseline="30000" dirty="0"/>
              <a:t>i</a:t>
            </a:r>
            <a:r>
              <a:rPr lang="en-US" dirty="0"/>
              <a:t>) error position</a:t>
            </a:r>
            <a:endParaRPr lang="en-US" sz="14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B4BB0E-333B-0BE6-5166-6F23E09A18D3}"/>
              </a:ext>
            </a:extLst>
          </p:cNvPr>
          <p:cNvSpPr txBox="1"/>
          <p:nvPr/>
        </p:nvSpPr>
        <p:spPr>
          <a:xfrm>
            <a:off x="7232715" y="2634570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/>
              <a:t>ω</a:t>
            </a:r>
            <a:r>
              <a:rPr lang="en-US" dirty="0"/>
              <a:t>(</a:t>
            </a:r>
            <a:r>
              <a:rPr lang="el-GR" dirty="0"/>
              <a:t>α</a:t>
            </a:r>
            <a:r>
              <a:rPr lang="en-US" baseline="30000" dirty="0"/>
              <a:t>i</a:t>
            </a:r>
            <a:r>
              <a:rPr lang="en-US" dirty="0"/>
              <a:t>)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BD43C9F-4B95-7EA9-4C65-A965D1739C45}"/>
                  </a:ext>
                </a:extLst>
              </p:cNvPr>
              <p:cNvSpPr txBox="1"/>
              <p:nvPr/>
            </p:nvSpPr>
            <p:spPr>
              <a:xfrm>
                <a:off x="7258914" y="3231788"/>
                <a:ext cx="619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dirty="0"/>
                  <a:t>σ</a:t>
                </a:r>
                <a14:m>
                  <m:oMath xmlns:m="http://schemas.openxmlformats.org/officeDocument/2006/math">
                    <m:r>
                      <a:rPr lang="el-GR" i="1" smtClean="0">
                        <a:latin typeface="Cambria Math" panose="02040503050406030204" pitchFamily="18" charset="0"/>
                      </a:rPr>
                      <m:t>̀</m:t>
                    </m:r>
                  </m:oMath>
                </a14:m>
                <a:r>
                  <a:rPr lang="en-US" dirty="0"/>
                  <a:t>(</a:t>
                </a:r>
                <a:r>
                  <a:rPr lang="el-GR" dirty="0"/>
                  <a:t>α</a:t>
                </a:r>
                <a:r>
                  <a:rPr lang="en-US" baseline="30000" dirty="0"/>
                  <a:t>i</a:t>
                </a:r>
                <a:r>
                  <a:rPr lang="en-US" dirty="0"/>
                  <a:t>)</a:t>
                </a:r>
                <a:endParaRPr lang="en-US" sz="1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BD43C9F-4B95-7EA9-4C65-A965D1739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8914" y="3231788"/>
                <a:ext cx="619080" cy="369332"/>
              </a:xfrm>
              <a:prstGeom prst="rect">
                <a:avLst/>
              </a:prstGeom>
              <a:blipFill>
                <a:blip r:embed="rId3"/>
                <a:stretch>
                  <a:fillRect l="-8911" t="-6557" r="-7921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D8E8F1D0-20AB-7D16-BD7C-FBC52FF091BE}"/>
              </a:ext>
            </a:extLst>
          </p:cNvPr>
          <p:cNvSpPr txBox="1"/>
          <p:nvPr/>
        </p:nvSpPr>
        <p:spPr>
          <a:xfrm>
            <a:off x="6012699" y="2240099"/>
            <a:ext cx="1136850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Chien-</a:t>
            </a:r>
          </a:p>
          <a:p>
            <a:r>
              <a:rPr lang="en-US" sz="2000" dirty="0"/>
              <a:t>search</a:t>
            </a:r>
          </a:p>
          <a:p>
            <a:r>
              <a:rPr lang="en-US" dirty="0"/>
              <a:t>algorithm</a:t>
            </a:r>
          </a:p>
          <a:p>
            <a:r>
              <a:rPr lang="en-US" sz="1050" dirty="0"/>
              <a:t>(error location)</a:t>
            </a:r>
            <a:endParaRPr lang="en-US" sz="2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4652FB-1BBE-A9CE-2017-16BAFA3E9F7A}"/>
              </a:ext>
            </a:extLst>
          </p:cNvPr>
          <p:cNvSpPr txBox="1"/>
          <p:nvPr/>
        </p:nvSpPr>
        <p:spPr>
          <a:xfrm>
            <a:off x="7889181" y="3077992"/>
            <a:ext cx="103105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Forney</a:t>
            </a:r>
          </a:p>
          <a:p>
            <a:r>
              <a:rPr lang="en-US" sz="1600" dirty="0"/>
              <a:t>algorithm</a:t>
            </a:r>
          </a:p>
          <a:p>
            <a:r>
              <a:rPr lang="en-US" sz="1200" dirty="0"/>
              <a:t>(error value)</a:t>
            </a:r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C2999D-A616-E157-7FCB-D16318C360B2}"/>
              </a:ext>
            </a:extLst>
          </p:cNvPr>
          <p:cNvSpPr txBox="1"/>
          <p:nvPr/>
        </p:nvSpPr>
        <p:spPr>
          <a:xfrm>
            <a:off x="9416514" y="2406743"/>
            <a:ext cx="11047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Error</a:t>
            </a:r>
          </a:p>
          <a:p>
            <a:r>
              <a:rPr lang="en-US" dirty="0"/>
              <a:t>corrector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B2009F-7BBF-E399-78AC-B0A74A2F6409}"/>
              </a:ext>
            </a:extLst>
          </p:cNvPr>
          <p:cNvSpPr txBox="1"/>
          <p:nvPr/>
        </p:nvSpPr>
        <p:spPr>
          <a:xfrm>
            <a:off x="10978190" y="2611687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  <a:endParaRPr lang="en-US" sz="14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8CD1153-15E0-40FB-5918-17FBD2984823}"/>
              </a:ext>
            </a:extLst>
          </p:cNvPr>
          <p:cNvSpPr txBox="1"/>
          <p:nvPr/>
        </p:nvSpPr>
        <p:spPr>
          <a:xfrm>
            <a:off x="8891657" y="3224541"/>
            <a:ext cx="646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error</a:t>
            </a:r>
          </a:p>
          <a:p>
            <a:r>
              <a:rPr lang="en-US" sz="1400" dirty="0"/>
              <a:t>value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66501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9938C-1769-F57A-2575-ECFF0111F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152A7-384C-1C86-71F3-92F2EF0342B0}"/>
              </a:ext>
            </a:extLst>
          </p:cNvPr>
          <p:cNvSpPr txBox="1">
            <a:spLocks/>
          </p:cNvSpPr>
          <p:nvPr/>
        </p:nvSpPr>
        <p:spPr>
          <a:xfrm>
            <a:off x="4637461" y="246049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Modulation</a:t>
            </a:r>
          </a:p>
        </p:txBody>
      </p:sp>
      <p:sp>
        <p:nvSpPr>
          <p:cNvPr id="3" name="Rectangle 2">
            <a:hlinkClick r:id="rId3" action="ppaction://hlinksldjump"/>
            <a:extLst>
              <a:ext uri="{FF2B5EF4-FFF2-40B4-BE49-F238E27FC236}">
                <a16:creationId xmlns:a16="http://schemas.microsoft.com/office/drawing/2014/main" id="{58C432C4-71B5-111F-58F0-E474CC3302D5}"/>
              </a:ext>
            </a:extLst>
          </p:cNvPr>
          <p:cNvSpPr/>
          <p:nvPr/>
        </p:nvSpPr>
        <p:spPr>
          <a:xfrm>
            <a:off x="2208032" y="1935678"/>
            <a:ext cx="1760288" cy="17648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3904CC-B386-6306-35C8-C6AE2AEC2007}"/>
              </a:ext>
            </a:extLst>
          </p:cNvPr>
          <p:cNvSpPr txBox="1"/>
          <p:nvPr/>
        </p:nvSpPr>
        <p:spPr>
          <a:xfrm>
            <a:off x="2208032" y="2587275"/>
            <a:ext cx="1760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BPSK</a:t>
            </a:r>
            <a:endParaRPr lang="en-US" dirty="0"/>
          </a:p>
        </p:txBody>
      </p:sp>
      <p:sp>
        <p:nvSpPr>
          <p:cNvPr id="6" name="Rectangle 5">
            <a:hlinkClick r:id="rId4" action="ppaction://hlinksldjump"/>
            <a:extLst>
              <a:ext uri="{FF2B5EF4-FFF2-40B4-BE49-F238E27FC236}">
                <a16:creationId xmlns:a16="http://schemas.microsoft.com/office/drawing/2014/main" id="{8DA3DEFC-C7F2-2465-95CB-843F0EBABF52}"/>
              </a:ext>
            </a:extLst>
          </p:cNvPr>
          <p:cNvSpPr/>
          <p:nvPr/>
        </p:nvSpPr>
        <p:spPr>
          <a:xfrm>
            <a:off x="8081175" y="1947602"/>
            <a:ext cx="1760288" cy="17648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8EE5AA-E4AB-27C8-8354-644C04B62972}"/>
              </a:ext>
            </a:extLst>
          </p:cNvPr>
          <p:cNvSpPr txBox="1"/>
          <p:nvPr/>
        </p:nvSpPr>
        <p:spPr>
          <a:xfrm>
            <a:off x="8081175" y="2599199"/>
            <a:ext cx="1760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8-PSK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87B9EA-858B-0296-B215-01AC94DECCF1}"/>
              </a:ext>
            </a:extLst>
          </p:cNvPr>
          <p:cNvCxnSpPr>
            <a:cxnSpLocks/>
          </p:cNvCxnSpPr>
          <p:nvPr/>
        </p:nvCxnSpPr>
        <p:spPr>
          <a:xfrm>
            <a:off x="6096000" y="1686296"/>
            <a:ext cx="0" cy="3289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6771E52-258E-1DFE-F3EF-F5D59BEFEC1A}"/>
              </a:ext>
            </a:extLst>
          </p:cNvPr>
          <p:cNvSpPr txBox="1"/>
          <p:nvPr/>
        </p:nvSpPr>
        <p:spPr>
          <a:xfrm>
            <a:off x="1905601" y="4352135"/>
            <a:ext cx="2365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pulse train</a:t>
            </a:r>
          </a:p>
          <a:p>
            <a:pPr algn="ctr"/>
            <a:r>
              <a:rPr lang="en-US" sz="2400" dirty="0"/>
              <a:t> and </a:t>
            </a:r>
          </a:p>
          <a:p>
            <a:pPr algn="ctr"/>
            <a:r>
              <a:rPr lang="en-US" sz="2400" dirty="0"/>
              <a:t>control signal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ABE84F-2C52-C6B0-51CF-977E4CE40535}"/>
              </a:ext>
            </a:extLst>
          </p:cNvPr>
          <p:cNvSpPr txBox="1"/>
          <p:nvPr/>
        </p:nvSpPr>
        <p:spPr>
          <a:xfrm>
            <a:off x="7778744" y="4361641"/>
            <a:ext cx="2365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data</a:t>
            </a:r>
          </a:p>
          <a:p>
            <a:pPr algn="ctr"/>
            <a:r>
              <a:rPr lang="en-US" sz="2400" dirty="0"/>
              <a:t> and </a:t>
            </a:r>
          </a:p>
          <a:p>
            <a:pPr algn="ctr"/>
            <a:r>
              <a:rPr lang="en-US" sz="2400" dirty="0"/>
              <a:t>CRC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2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4099-307B-06E3-88D8-4FAEB3749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115D28-3120-358F-4185-7DDDF183A41B}"/>
              </a:ext>
            </a:extLst>
          </p:cNvPr>
          <p:cNvSpPr/>
          <p:nvPr/>
        </p:nvSpPr>
        <p:spPr>
          <a:xfrm>
            <a:off x="2686317" y="2880563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D23BE07-0142-E909-5B1A-A4B83612B68C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97756" y="3428999"/>
            <a:ext cx="1201756" cy="116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97F3540-9FFB-D0ED-5189-5BEF8C15FC37}"/>
              </a:ext>
            </a:extLst>
          </p:cNvPr>
          <p:cNvSpPr txBox="1"/>
          <p:nvPr/>
        </p:nvSpPr>
        <p:spPr>
          <a:xfrm>
            <a:off x="5558373" y="148780"/>
            <a:ext cx="10150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BPSK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F5D85A-F231-F87C-8AB2-216C90D327B7}"/>
              </a:ext>
            </a:extLst>
          </p:cNvPr>
          <p:cNvSpPr txBox="1"/>
          <p:nvPr/>
        </p:nvSpPr>
        <p:spPr>
          <a:xfrm>
            <a:off x="2680035" y="3275110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Mapper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9D7B24-552C-1FF6-1FE8-B9F70C8E3A19}"/>
              </a:ext>
            </a:extLst>
          </p:cNvPr>
          <p:cNvSpPr/>
          <p:nvPr/>
        </p:nvSpPr>
        <p:spPr>
          <a:xfrm>
            <a:off x="4999512" y="2880314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73CAE8-FF3D-EBD1-2016-4D388923AE6C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6117233" y="3440626"/>
            <a:ext cx="1315211" cy="2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03B8DF9-39F1-35E5-6AB3-AC146C0BF9A0}"/>
              </a:ext>
            </a:extLst>
          </p:cNvPr>
          <p:cNvSpPr txBox="1"/>
          <p:nvPr/>
        </p:nvSpPr>
        <p:spPr>
          <a:xfrm>
            <a:off x="5035922" y="3286737"/>
            <a:ext cx="1044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Upsampler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90B818-09C0-2056-40A1-8511DCAE83A6}"/>
              </a:ext>
            </a:extLst>
          </p:cNvPr>
          <p:cNvSpPr/>
          <p:nvPr/>
        </p:nvSpPr>
        <p:spPr>
          <a:xfrm>
            <a:off x="7432444" y="2880563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7B895C5-4BBB-4F60-47D8-6719C805D729}"/>
              </a:ext>
            </a:extLst>
          </p:cNvPr>
          <p:cNvCxnSpPr>
            <a:cxnSpLocks/>
            <a:stCxn id="13" idx="3"/>
            <a:endCxn id="33" idx="5"/>
          </p:cNvCxnSpPr>
          <p:nvPr/>
        </p:nvCxnSpPr>
        <p:spPr>
          <a:xfrm>
            <a:off x="8550165" y="3440875"/>
            <a:ext cx="1102485" cy="147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04BD8C-AA42-F1F1-4566-67D66FF620CF}"/>
              </a:ext>
            </a:extLst>
          </p:cNvPr>
          <p:cNvSpPr txBox="1"/>
          <p:nvPr/>
        </p:nvSpPr>
        <p:spPr>
          <a:xfrm>
            <a:off x="7432444" y="3070909"/>
            <a:ext cx="11177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Pulse shaping</a:t>
            </a:r>
          </a:p>
          <a:p>
            <a:pPr algn="ctr"/>
            <a:r>
              <a:rPr lang="en-US" sz="1400" dirty="0"/>
              <a:t>(FIR filter)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FC5040-C61F-36CA-28AF-F4035C16F0F3}"/>
              </a:ext>
            </a:extLst>
          </p:cNvPr>
          <p:cNvSpPr/>
          <p:nvPr/>
        </p:nvSpPr>
        <p:spPr>
          <a:xfrm>
            <a:off x="616714" y="2879929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F24B71-ACD7-9727-BD92-CCC3D9D43E1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1734435" y="3428999"/>
            <a:ext cx="945600" cy="112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0D5362-30AC-F00F-5A0C-67E9AF6F033F}"/>
              </a:ext>
            </a:extLst>
          </p:cNvPr>
          <p:cNvSpPr txBox="1"/>
          <p:nvPr/>
        </p:nvSpPr>
        <p:spPr>
          <a:xfrm>
            <a:off x="621646" y="3275109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 source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E0A49-1C87-37E8-5A40-F055EF9DAD39}"/>
              </a:ext>
            </a:extLst>
          </p:cNvPr>
          <p:cNvSpPr txBox="1"/>
          <p:nvPr/>
        </p:nvSpPr>
        <p:spPr>
          <a:xfrm>
            <a:off x="1812188" y="2998946"/>
            <a:ext cx="2202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0</a:t>
            </a:r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930BB2-4511-4EDB-CED8-1F5D586A20AE}"/>
              </a:ext>
            </a:extLst>
          </p:cNvPr>
          <p:cNvSpPr txBox="1"/>
          <p:nvPr/>
        </p:nvSpPr>
        <p:spPr>
          <a:xfrm>
            <a:off x="3834166" y="2868688"/>
            <a:ext cx="4082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-1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DF54753-0A4A-83E0-59EA-A00C450865FC}"/>
              </a:ext>
            </a:extLst>
          </p:cNvPr>
          <p:cNvSpPr/>
          <p:nvPr/>
        </p:nvSpPr>
        <p:spPr>
          <a:xfrm>
            <a:off x="9299625" y="4624257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0AD59A2-465C-F629-1BD8-B493C6074A53}"/>
              </a:ext>
            </a:extLst>
          </p:cNvPr>
          <p:cNvCxnSpPr>
            <a:cxnSpLocks/>
            <a:stCxn id="24" idx="0"/>
            <a:endCxn id="33" idx="7"/>
          </p:cNvCxnSpPr>
          <p:nvPr/>
        </p:nvCxnSpPr>
        <p:spPr>
          <a:xfrm flipH="1" flipV="1">
            <a:off x="9844212" y="3663908"/>
            <a:ext cx="14274" cy="9603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6152611-7E3C-9D8E-BDB6-AA880199B5F0}"/>
              </a:ext>
            </a:extLst>
          </p:cNvPr>
          <p:cNvSpPr txBox="1"/>
          <p:nvPr/>
        </p:nvSpPr>
        <p:spPr>
          <a:xfrm>
            <a:off x="9299625" y="5030680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NCO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9134E6D-D026-D92E-7DE7-0029FB9CCC26}"/>
              </a:ext>
            </a:extLst>
          </p:cNvPr>
          <p:cNvSpPr/>
          <p:nvPr/>
        </p:nvSpPr>
        <p:spPr>
          <a:xfrm rot="8243572">
            <a:off x="9652476" y="3263901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539D06A-05EB-D08B-1266-7F0E59180CE1}"/>
              </a:ext>
            </a:extLst>
          </p:cNvPr>
          <p:cNvCxnSpPr>
            <a:cxnSpLocks/>
          </p:cNvCxnSpPr>
          <p:nvPr/>
        </p:nvCxnSpPr>
        <p:spPr>
          <a:xfrm rot="8243572">
            <a:off x="9852567" y="3263901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676AEDD-BC67-DC89-18FC-6B2B219C2513}"/>
              </a:ext>
            </a:extLst>
          </p:cNvPr>
          <p:cNvCxnSpPr>
            <a:cxnSpLocks/>
          </p:cNvCxnSpPr>
          <p:nvPr/>
        </p:nvCxnSpPr>
        <p:spPr>
          <a:xfrm rot="8243572" flipH="1">
            <a:off x="9652476" y="3463992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95A650-0DBC-F0A8-8A24-63744E2ED892}"/>
              </a:ext>
            </a:extLst>
          </p:cNvPr>
          <p:cNvCxnSpPr>
            <a:cxnSpLocks/>
            <a:stCxn id="33" idx="1"/>
          </p:cNvCxnSpPr>
          <p:nvPr/>
        </p:nvCxnSpPr>
        <p:spPr>
          <a:xfrm>
            <a:off x="10052483" y="3472346"/>
            <a:ext cx="694686" cy="36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BB2E7BD-DD20-FE09-5209-C16460C2B6BE}"/>
              </a:ext>
            </a:extLst>
          </p:cNvPr>
          <p:cNvSpPr txBox="1"/>
          <p:nvPr/>
        </p:nvSpPr>
        <p:spPr>
          <a:xfrm>
            <a:off x="8828439" y="3817383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Cos(2</a:t>
            </a:r>
            <a:r>
              <a:rPr lang="el-GR" sz="1400" dirty="0"/>
              <a:t>π</a:t>
            </a:r>
            <a:r>
              <a:rPr lang="en-US" sz="1400" dirty="0" err="1"/>
              <a:t>F</a:t>
            </a:r>
            <a:r>
              <a:rPr lang="en-US" sz="1400" baseline="-25000" dirty="0" err="1"/>
              <a:t>c</a:t>
            </a:r>
            <a:r>
              <a:rPr lang="en-US" sz="1400" dirty="0" err="1"/>
              <a:t>t</a:t>
            </a:r>
            <a:r>
              <a:rPr lang="en-US" sz="1400" dirty="0"/>
              <a:t>)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29781C-D12A-E53C-BF69-28A099B39E2F}"/>
              </a:ext>
            </a:extLst>
          </p:cNvPr>
          <p:cNvSpPr txBox="1"/>
          <p:nvPr/>
        </p:nvSpPr>
        <p:spPr>
          <a:xfrm>
            <a:off x="10457565" y="3328974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S(t)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0039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3AE86-0256-B3F0-BAD0-AA4CB122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90B092-9B5A-E576-9BDF-B2E85ACDD3E8}"/>
              </a:ext>
            </a:extLst>
          </p:cNvPr>
          <p:cNvSpPr/>
          <p:nvPr/>
        </p:nvSpPr>
        <p:spPr>
          <a:xfrm>
            <a:off x="1685974" y="2869322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FB31127-1A9D-0411-5B34-C5BC949CCDDA}"/>
              </a:ext>
            </a:extLst>
          </p:cNvPr>
          <p:cNvCxnSpPr>
            <a:cxnSpLocks/>
            <a:stCxn id="4" idx="3"/>
            <a:endCxn id="29" idx="1"/>
          </p:cNvCxnSpPr>
          <p:nvPr/>
        </p:nvCxnSpPr>
        <p:spPr>
          <a:xfrm flipV="1">
            <a:off x="2803695" y="3429000"/>
            <a:ext cx="683605" cy="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3C20EED-5E7D-0EFF-DD3F-842B2809D7C4}"/>
              </a:ext>
            </a:extLst>
          </p:cNvPr>
          <p:cNvSpPr txBox="1"/>
          <p:nvPr/>
        </p:nvSpPr>
        <p:spPr>
          <a:xfrm>
            <a:off x="5524419" y="125030"/>
            <a:ext cx="11128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8-PSK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A3B55E-7342-0D38-3EA0-802936655E8C}"/>
              </a:ext>
            </a:extLst>
          </p:cNvPr>
          <p:cNvSpPr txBox="1"/>
          <p:nvPr/>
        </p:nvSpPr>
        <p:spPr>
          <a:xfrm>
            <a:off x="1713760" y="3091773"/>
            <a:ext cx="11177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Serial </a:t>
            </a:r>
          </a:p>
          <a:p>
            <a:pPr algn="ctr"/>
            <a:r>
              <a:rPr lang="en-US" sz="1400" dirty="0"/>
              <a:t>to </a:t>
            </a:r>
          </a:p>
          <a:p>
            <a:pPr algn="ctr"/>
            <a:r>
              <a:rPr lang="en-US" sz="1400" dirty="0"/>
              <a:t>parallel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0A180-083A-91B9-E1BE-FF0737AF430E}"/>
              </a:ext>
            </a:extLst>
          </p:cNvPr>
          <p:cNvSpPr/>
          <p:nvPr/>
        </p:nvSpPr>
        <p:spPr>
          <a:xfrm>
            <a:off x="5524419" y="951354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3114FB4-4C72-1F4B-459D-01FB6FD24746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6642140" y="1511666"/>
            <a:ext cx="806732" cy="118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A0632B-7378-1229-F046-B6C349E6E7C1}"/>
              </a:ext>
            </a:extLst>
          </p:cNvPr>
          <p:cNvSpPr txBox="1"/>
          <p:nvPr/>
        </p:nvSpPr>
        <p:spPr>
          <a:xfrm>
            <a:off x="5560829" y="1357777"/>
            <a:ext cx="1044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Upsampler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7DCF24-8D86-4FCF-5E35-8F3EED172E6C}"/>
              </a:ext>
            </a:extLst>
          </p:cNvPr>
          <p:cNvSpPr/>
          <p:nvPr/>
        </p:nvSpPr>
        <p:spPr>
          <a:xfrm>
            <a:off x="7448872" y="963231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D6BF20-0E7E-B7EF-FE80-10DA6AE9F2FC}"/>
              </a:ext>
            </a:extLst>
          </p:cNvPr>
          <p:cNvCxnSpPr>
            <a:cxnSpLocks/>
            <a:stCxn id="13" idx="3"/>
            <a:endCxn id="33" idx="5"/>
          </p:cNvCxnSpPr>
          <p:nvPr/>
        </p:nvCxnSpPr>
        <p:spPr>
          <a:xfrm>
            <a:off x="8566593" y="1523543"/>
            <a:ext cx="1102485" cy="147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176471B-1588-1387-4837-9DC2F6ECC4E7}"/>
              </a:ext>
            </a:extLst>
          </p:cNvPr>
          <p:cNvSpPr txBox="1"/>
          <p:nvPr/>
        </p:nvSpPr>
        <p:spPr>
          <a:xfrm>
            <a:off x="7451293" y="1154211"/>
            <a:ext cx="11177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Pulse shaping</a:t>
            </a:r>
          </a:p>
          <a:p>
            <a:pPr algn="ctr"/>
            <a:r>
              <a:rPr lang="en-US" sz="1400" dirty="0"/>
              <a:t>(FIR filter)</a:t>
            </a:r>
          </a:p>
        </p:txBody>
      </p:sp>
      <p:sp>
        <p:nvSpPr>
          <p:cNvPr id="2" name="Rectangle 1">
            <a:hlinkClick r:id="rId3" action="ppaction://hlinksldjump"/>
            <a:extLst>
              <a:ext uri="{FF2B5EF4-FFF2-40B4-BE49-F238E27FC236}">
                <a16:creationId xmlns:a16="http://schemas.microsoft.com/office/drawing/2014/main" id="{8C8BE876-E0E7-37DC-24D1-930C3BCCE6C2}"/>
              </a:ext>
            </a:extLst>
          </p:cNvPr>
          <p:cNvSpPr/>
          <p:nvPr/>
        </p:nvSpPr>
        <p:spPr>
          <a:xfrm>
            <a:off x="189203" y="2868688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995A366-37B9-19B5-CC1B-959D4D05F384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1306924" y="3429000"/>
            <a:ext cx="379050" cy="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6929FD-6EB9-1172-5B49-BFD038E2C5BF}"/>
              </a:ext>
            </a:extLst>
          </p:cNvPr>
          <p:cNvSpPr txBox="1"/>
          <p:nvPr/>
        </p:nvSpPr>
        <p:spPr>
          <a:xfrm>
            <a:off x="194135" y="3263868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 source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4E99-B87C-1BCD-5B5A-7009E14DBED4}"/>
              </a:ext>
            </a:extLst>
          </p:cNvPr>
          <p:cNvSpPr txBox="1"/>
          <p:nvPr/>
        </p:nvSpPr>
        <p:spPr>
          <a:xfrm>
            <a:off x="1384677" y="2987705"/>
            <a:ext cx="2202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0</a:t>
            </a:r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1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BB8CAA-D37F-0526-9755-FBA3956268DE}"/>
              </a:ext>
            </a:extLst>
          </p:cNvPr>
          <p:cNvSpPr txBox="1"/>
          <p:nvPr/>
        </p:nvSpPr>
        <p:spPr>
          <a:xfrm>
            <a:off x="2912504" y="2973819"/>
            <a:ext cx="574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3-bit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6EE432-D947-D6F6-D531-0A4789234CD0}"/>
              </a:ext>
            </a:extLst>
          </p:cNvPr>
          <p:cNvSpPr/>
          <p:nvPr/>
        </p:nvSpPr>
        <p:spPr>
          <a:xfrm rot="10800000">
            <a:off x="9616645" y="381199"/>
            <a:ext cx="524900" cy="52836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B5AA19C-24A6-9253-47F4-43A7D959A9C9}"/>
              </a:ext>
            </a:extLst>
          </p:cNvPr>
          <p:cNvCxnSpPr>
            <a:cxnSpLocks/>
            <a:stCxn id="24" idx="0"/>
            <a:endCxn id="33" idx="3"/>
          </p:cNvCxnSpPr>
          <p:nvPr/>
        </p:nvCxnSpPr>
        <p:spPr>
          <a:xfrm flipH="1">
            <a:off x="9877349" y="909560"/>
            <a:ext cx="1746" cy="4371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9AABA33-EF04-1E7D-8270-B0CD0B98EA89}"/>
              </a:ext>
            </a:extLst>
          </p:cNvPr>
          <p:cNvSpPr txBox="1"/>
          <p:nvPr/>
        </p:nvSpPr>
        <p:spPr>
          <a:xfrm>
            <a:off x="9604725" y="491491"/>
            <a:ext cx="565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NCO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B842582-9996-282C-AC5D-F9265681DCFC}"/>
              </a:ext>
            </a:extLst>
          </p:cNvPr>
          <p:cNvSpPr/>
          <p:nvPr/>
        </p:nvSpPr>
        <p:spPr>
          <a:xfrm rot="8243572">
            <a:off x="9668904" y="1346569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F1D3560-1E30-EC93-DB59-968857C2AD21}"/>
              </a:ext>
            </a:extLst>
          </p:cNvPr>
          <p:cNvCxnSpPr>
            <a:cxnSpLocks/>
          </p:cNvCxnSpPr>
          <p:nvPr/>
        </p:nvCxnSpPr>
        <p:spPr>
          <a:xfrm rot="8243572">
            <a:off x="9868995" y="1346569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A7B74C1-E66D-C699-BA34-7D7693C734B6}"/>
              </a:ext>
            </a:extLst>
          </p:cNvPr>
          <p:cNvCxnSpPr>
            <a:cxnSpLocks/>
          </p:cNvCxnSpPr>
          <p:nvPr/>
        </p:nvCxnSpPr>
        <p:spPr>
          <a:xfrm rot="8243572" flipH="1">
            <a:off x="9668904" y="154666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ADA6295-807C-7BD5-815D-90D17B44C432}"/>
              </a:ext>
            </a:extLst>
          </p:cNvPr>
          <p:cNvCxnSpPr>
            <a:cxnSpLocks/>
            <a:stCxn id="33" idx="1"/>
            <a:endCxn id="96" idx="2"/>
          </p:cNvCxnSpPr>
          <p:nvPr/>
        </p:nvCxnSpPr>
        <p:spPr>
          <a:xfrm rot="16200000" flipH="1">
            <a:off x="9968271" y="1655654"/>
            <a:ext cx="1548164" cy="1346884"/>
          </a:xfrm>
          <a:prstGeom prst="bentConnector3">
            <a:avLst>
              <a:gd name="adj1" fmla="val -86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AC7B003-8176-3121-5603-A9A89E4BED13}"/>
              </a:ext>
            </a:extLst>
          </p:cNvPr>
          <p:cNvSpPr/>
          <p:nvPr/>
        </p:nvSpPr>
        <p:spPr>
          <a:xfrm>
            <a:off x="3487300" y="2868688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57D9A5-7C9A-BC9E-0E6E-54A3542ABCD9}"/>
              </a:ext>
            </a:extLst>
          </p:cNvPr>
          <p:cNvSpPr txBox="1"/>
          <p:nvPr/>
        </p:nvSpPr>
        <p:spPr>
          <a:xfrm>
            <a:off x="3487300" y="3275111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mapper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5267EE3-CAA8-D5B0-AD79-E5060415FB86}"/>
              </a:ext>
            </a:extLst>
          </p:cNvPr>
          <p:cNvCxnSpPr>
            <a:cxnSpLocks/>
            <a:stCxn id="56" idx="3"/>
            <a:endCxn id="10" idx="1"/>
          </p:cNvCxnSpPr>
          <p:nvPr/>
        </p:nvCxnSpPr>
        <p:spPr>
          <a:xfrm flipV="1">
            <a:off x="4605021" y="1511666"/>
            <a:ext cx="919398" cy="191733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7A43534-FEAD-0930-9945-1C100CAF8E1C}"/>
              </a:ext>
            </a:extLst>
          </p:cNvPr>
          <p:cNvSpPr txBox="1"/>
          <p:nvPr/>
        </p:nvSpPr>
        <p:spPr>
          <a:xfrm>
            <a:off x="4568611" y="2987705"/>
            <a:ext cx="574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 , Q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9A48A5A-A0A7-4733-6F09-C1CEB105B14D}"/>
              </a:ext>
            </a:extLst>
          </p:cNvPr>
          <p:cNvSpPr txBox="1"/>
          <p:nvPr/>
        </p:nvSpPr>
        <p:spPr>
          <a:xfrm>
            <a:off x="4980126" y="1144380"/>
            <a:ext cx="574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2F909A2-EF27-D62F-EAE9-C6042EA02DD3}"/>
              </a:ext>
            </a:extLst>
          </p:cNvPr>
          <p:cNvSpPr/>
          <p:nvPr/>
        </p:nvSpPr>
        <p:spPr>
          <a:xfrm>
            <a:off x="5519503" y="4742674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73ABC5C-AD24-E931-C765-2B05DA9D6E0F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6637224" y="5302986"/>
            <a:ext cx="806732" cy="118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D6755FA-66B6-25E6-24F7-66DA5C92900C}"/>
              </a:ext>
            </a:extLst>
          </p:cNvPr>
          <p:cNvSpPr txBox="1"/>
          <p:nvPr/>
        </p:nvSpPr>
        <p:spPr>
          <a:xfrm>
            <a:off x="5555913" y="5149097"/>
            <a:ext cx="1044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Upsampler</a:t>
            </a:r>
            <a:endParaRPr lang="en-US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23AF9CE-A240-FB76-3D1C-CFDFC4BC71F9}"/>
              </a:ext>
            </a:extLst>
          </p:cNvPr>
          <p:cNvSpPr/>
          <p:nvPr/>
        </p:nvSpPr>
        <p:spPr>
          <a:xfrm>
            <a:off x="7443956" y="4754551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436080F-B378-CC71-C7F6-566AB773E5BC}"/>
              </a:ext>
            </a:extLst>
          </p:cNvPr>
          <p:cNvCxnSpPr>
            <a:cxnSpLocks/>
            <a:stCxn id="70" idx="3"/>
            <a:endCxn id="76" idx="5"/>
          </p:cNvCxnSpPr>
          <p:nvPr/>
        </p:nvCxnSpPr>
        <p:spPr>
          <a:xfrm>
            <a:off x="8561677" y="5314863"/>
            <a:ext cx="1102485" cy="147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AA0B939-7A57-A6CA-06DC-38DBEE0F71D9}"/>
              </a:ext>
            </a:extLst>
          </p:cNvPr>
          <p:cNvSpPr txBox="1"/>
          <p:nvPr/>
        </p:nvSpPr>
        <p:spPr>
          <a:xfrm>
            <a:off x="7466142" y="4945531"/>
            <a:ext cx="11177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Pulse shaping</a:t>
            </a:r>
          </a:p>
          <a:p>
            <a:pPr algn="ctr"/>
            <a:r>
              <a:rPr lang="en-US" sz="1400" dirty="0"/>
              <a:t>(FIR filter)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1F71413-1803-107C-71B9-C249555BF95B}"/>
              </a:ext>
            </a:extLst>
          </p:cNvPr>
          <p:cNvSpPr/>
          <p:nvPr/>
        </p:nvSpPr>
        <p:spPr>
          <a:xfrm rot="8243572">
            <a:off x="9663988" y="5137889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BA7AFB6-02DD-0A7B-CC9C-3EB76FB63509}"/>
              </a:ext>
            </a:extLst>
          </p:cNvPr>
          <p:cNvCxnSpPr>
            <a:cxnSpLocks/>
          </p:cNvCxnSpPr>
          <p:nvPr/>
        </p:nvCxnSpPr>
        <p:spPr>
          <a:xfrm rot="8243572">
            <a:off x="9864079" y="5137889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81C1EFD-8147-9855-82EF-6DBA1BE7A388}"/>
              </a:ext>
            </a:extLst>
          </p:cNvPr>
          <p:cNvCxnSpPr>
            <a:cxnSpLocks/>
          </p:cNvCxnSpPr>
          <p:nvPr/>
        </p:nvCxnSpPr>
        <p:spPr>
          <a:xfrm rot="8243572" flipH="1">
            <a:off x="9663988" y="533798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E8087EB-1091-C957-17A2-4E8B5F344C89}"/>
              </a:ext>
            </a:extLst>
          </p:cNvPr>
          <p:cNvCxnSpPr>
            <a:cxnSpLocks/>
            <a:stCxn id="76" idx="1"/>
            <a:endCxn id="96" idx="0"/>
          </p:cNvCxnSpPr>
          <p:nvPr/>
        </p:nvCxnSpPr>
        <p:spPr>
          <a:xfrm rot="5400000" flipH="1" flipV="1">
            <a:off x="9882497" y="3813037"/>
            <a:ext cx="1714795" cy="1351800"/>
          </a:xfrm>
          <a:prstGeom prst="bentConnector3">
            <a:avLst>
              <a:gd name="adj1" fmla="val 66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59">
            <a:extLst>
              <a:ext uri="{FF2B5EF4-FFF2-40B4-BE49-F238E27FC236}">
                <a16:creationId xmlns:a16="http://schemas.microsoft.com/office/drawing/2014/main" id="{8E329CAC-48C6-BB96-DBC8-D860D1C865F6}"/>
              </a:ext>
            </a:extLst>
          </p:cNvPr>
          <p:cNvCxnSpPr>
            <a:cxnSpLocks/>
            <a:stCxn id="29" idx="3"/>
            <a:endCxn id="67" idx="1"/>
          </p:cNvCxnSpPr>
          <p:nvPr/>
        </p:nvCxnSpPr>
        <p:spPr>
          <a:xfrm>
            <a:off x="4605021" y="3429000"/>
            <a:ext cx="914482" cy="18739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455FB75-5576-DA06-B7E2-42FBB66C9951}"/>
              </a:ext>
            </a:extLst>
          </p:cNvPr>
          <p:cNvSpPr txBox="1"/>
          <p:nvPr/>
        </p:nvSpPr>
        <p:spPr>
          <a:xfrm>
            <a:off x="4980126" y="4905039"/>
            <a:ext cx="574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Q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4DA3E64-D834-45F7-0EC6-8F75A671FCF6}"/>
              </a:ext>
            </a:extLst>
          </p:cNvPr>
          <p:cNvSpPr/>
          <p:nvPr/>
        </p:nvSpPr>
        <p:spPr>
          <a:xfrm rot="10800000">
            <a:off x="9593274" y="6045561"/>
            <a:ext cx="524900" cy="52836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9095647-601F-E860-C90B-379E02854D88}"/>
              </a:ext>
            </a:extLst>
          </p:cNvPr>
          <p:cNvSpPr txBox="1"/>
          <p:nvPr/>
        </p:nvSpPr>
        <p:spPr>
          <a:xfrm>
            <a:off x="9581354" y="6155853"/>
            <a:ext cx="5654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NCO</a:t>
            </a:r>
            <a:endParaRPr lang="en-US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BA0F8DE-0B7F-EE00-A206-D2874D1F07EC}"/>
              </a:ext>
            </a:extLst>
          </p:cNvPr>
          <p:cNvCxnSpPr>
            <a:cxnSpLocks/>
            <a:stCxn id="85" idx="2"/>
            <a:endCxn id="76" idx="7"/>
          </p:cNvCxnSpPr>
          <p:nvPr/>
        </p:nvCxnSpPr>
        <p:spPr>
          <a:xfrm flipV="1">
            <a:off x="9855724" y="5537896"/>
            <a:ext cx="0" cy="5076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C537756D-3736-7379-95F3-8D616CA691EE}"/>
              </a:ext>
            </a:extLst>
          </p:cNvPr>
          <p:cNvSpPr txBox="1"/>
          <p:nvPr/>
        </p:nvSpPr>
        <p:spPr>
          <a:xfrm>
            <a:off x="9883937" y="992612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Cos(2</a:t>
            </a:r>
            <a:r>
              <a:rPr lang="el-GR" sz="1400" dirty="0"/>
              <a:t>π</a:t>
            </a:r>
            <a:r>
              <a:rPr lang="en-US" sz="1400" dirty="0" err="1"/>
              <a:t>F</a:t>
            </a:r>
            <a:r>
              <a:rPr lang="en-US" sz="1400" baseline="-25000" dirty="0" err="1"/>
              <a:t>c</a:t>
            </a:r>
            <a:r>
              <a:rPr lang="en-US" sz="1400" dirty="0" err="1"/>
              <a:t>t</a:t>
            </a:r>
            <a:r>
              <a:rPr lang="en-US" sz="1400" dirty="0"/>
              <a:t>)</a:t>
            </a:r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62201DA-2A2A-213B-D9F2-792D017AD00E}"/>
              </a:ext>
            </a:extLst>
          </p:cNvPr>
          <p:cNvSpPr txBox="1"/>
          <p:nvPr/>
        </p:nvSpPr>
        <p:spPr>
          <a:xfrm>
            <a:off x="9893882" y="5577359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-Sin(2</a:t>
            </a:r>
            <a:r>
              <a:rPr lang="el-GR" sz="1400" dirty="0"/>
              <a:t>π</a:t>
            </a:r>
            <a:r>
              <a:rPr lang="en-US" sz="1400" dirty="0" err="1"/>
              <a:t>F</a:t>
            </a:r>
            <a:r>
              <a:rPr lang="en-US" sz="1400" baseline="-25000" dirty="0" err="1"/>
              <a:t>c</a:t>
            </a:r>
            <a:r>
              <a:rPr lang="en-US" sz="1400" dirty="0" err="1"/>
              <a:t>t</a:t>
            </a:r>
            <a:r>
              <a:rPr lang="en-US" sz="1400" dirty="0"/>
              <a:t>)</a:t>
            </a:r>
            <a:endParaRPr lang="en-US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538C1DEA-E48B-4D31-44F1-DD6AD1682824}"/>
              </a:ext>
            </a:extLst>
          </p:cNvPr>
          <p:cNvSpPr/>
          <p:nvPr/>
        </p:nvSpPr>
        <p:spPr>
          <a:xfrm rot="10800000">
            <a:off x="11153345" y="3103178"/>
            <a:ext cx="524900" cy="52836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9FE0A24-653F-D7A7-B287-9F7EA2113CDC}"/>
              </a:ext>
            </a:extLst>
          </p:cNvPr>
          <p:cNvSpPr txBox="1"/>
          <p:nvPr/>
        </p:nvSpPr>
        <p:spPr>
          <a:xfrm>
            <a:off x="11133070" y="3136526"/>
            <a:ext cx="565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/>
              <a:t>Σ</a:t>
            </a:r>
            <a:endParaRPr lang="en-US" sz="3200" dirty="0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011BDB31-52AB-D8CC-3D41-B93D82C498CA}"/>
              </a:ext>
            </a:extLst>
          </p:cNvPr>
          <p:cNvCxnSpPr>
            <a:cxnSpLocks/>
            <a:stCxn id="97" idx="3"/>
          </p:cNvCxnSpPr>
          <p:nvPr/>
        </p:nvCxnSpPr>
        <p:spPr>
          <a:xfrm flipV="1">
            <a:off x="11698520" y="3367358"/>
            <a:ext cx="29934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B16C8EC7-DBC6-6B4C-5EBA-12C9B96D5A6B}"/>
              </a:ext>
            </a:extLst>
          </p:cNvPr>
          <p:cNvSpPr txBox="1"/>
          <p:nvPr/>
        </p:nvSpPr>
        <p:spPr>
          <a:xfrm>
            <a:off x="11339575" y="2949289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S(t)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7439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6068-228B-00A4-5FA3-88C1F5A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19012-D6E2-1CD4-5A44-87C8CDB449F2}"/>
              </a:ext>
            </a:extLst>
          </p:cNvPr>
          <p:cNvSpPr txBox="1">
            <a:spLocks/>
          </p:cNvSpPr>
          <p:nvPr/>
        </p:nvSpPr>
        <p:spPr>
          <a:xfrm>
            <a:off x="4637461" y="246049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Demodulation</a:t>
            </a:r>
          </a:p>
        </p:txBody>
      </p:sp>
      <p:sp>
        <p:nvSpPr>
          <p:cNvPr id="3" name="Rectangle 2">
            <a:hlinkClick r:id="rId3" action="ppaction://hlinksldjump"/>
            <a:extLst>
              <a:ext uri="{FF2B5EF4-FFF2-40B4-BE49-F238E27FC236}">
                <a16:creationId xmlns:a16="http://schemas.microsoft.com/office/drawing/2014/main" id="{F72F9A31-2D79-7C4A-619D-F1C438128288}"/>
              </a:ext>
            </a:extLst>
          </p:cNvPr>
          <p:cNvSpPr/>
          <p:nvPr/>
        </p:nvSpPr>
        <p:spPr>
          <a:xfrm>
            <a:off x="2208032" y="1935678"/>
            <a:ext cx="1760288" cy="17648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FD87E3-DBC6-E4B6-69C0-E63A5189FE28}"/>
              </a:ext>
            </a:extLst>
          </p:cNvPr>
          <p:cNvSpPr txBox="1"/>
          <p:nvPr/>
        </p:nvSpPr>
        <p:spPr>
          <a:xfrm>
            <a:off x="2208032" y="2587275"/>
            <a:ext cx="1760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BPSK</a:t>
            </a:r>
            <a:endParaRPr lang="en-US" dirty="0"/>
          </a:p>
        </p:txBody>
      </p:sp>
      <p:sp>
        <p:nvSpPr>
          <p:cNvPr id="6" name="Rectangle 5">
            <a:hlinkClick r:id="rId4" action="ppaction://hlinksldjump"/>
            <a:extLst>
              <a:ext uri="{FF2B5EF4-FFF2-40B4-BE49-F238E27FC236}">
                <a16:creationId xmlns:a16="http://schemas.microsoft.com/office/drawing/2014/main" id="{2E3F93B5-972B-7B54-0652-9B999433341F}"/>
              </a:ext>
            </a:extLst>
          </p:cNvPr>
          <p:cNvSpPr/>
          <p:nvPr/>
        </p:nvSpPr>
        <p:spPr>
          <a:xfrm>
            <a:off x="8081175" y="1947602"/>
            <a:ext cx="1760288" cy="17648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FDF38-6844-4C08-7329-19CB0C2229F5}"/>
              </a:ext>
            </a:extLst>
          </p:cNvPr>
          <p:cNvSpPr txBox="1"/>
          <p:nvPr/>
        </p:nvSpPr>
        <p:spPr>
          <a:xfrm>
            <a:off x="8081175" y="2599199"/>
            <a:ext cx="1760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8-PSK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ED0A5A-C8D6-225F-1234-9A15F8046972}"/>
              </a:ext>
            </a:extLst>
          </p:cNvPr>
          <p:cNvCxnSpPr>
            <a:cxnSpLocks/>
          </p:cNvCxnSpPr>
          <p:nvPr/>
        </p:nvCxnSpPr>
        <p:spPr>
          <a:xfrm>
            <a:off x="6096000" y="1686296"/>
            <a:ext cx="0" cy="3289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AD89B49-55C8-0401-6C4B-7B318FADB4F8}"/>
              </a:ext>
            </a:extLst>
          </p:cNvPr>
          <p:cNvSpPr txBox="1"/>
          <p:nvPr/>
        </p:nvSpPr>
        <p:spPr>
          <a:xfrm>
            <a:off x="1905601" y="4352135"/>
            <a:ext cx="2365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pulse train</a:t>
            </a:r>
          </a:p>
          <a:p>
            <a:pPr algn="ctr"/>
            <a:r>
              <a:rPr lang="en-US" sz="2400" dirty="0"/>
              <a:t> and </a:t>
            </a:r>
          </a:p>
          <a:p>
            <a:pPr algn="ctr"/>
            <a:r>
              <a:rPr lang="en-US" sz="2400" dirty="0"/>
              <a:t>control signal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9A2654-F315-CA6D-AA6C-07572271327F}"/>
              </a:ext>
            </a:extLst>
          </p:cNvPr>
          <p:cNvSpPr txBox="1"/>
          <p:nvPr/>
        </p:nvSpPr>
        <p:spPr>
          <a:xfrm>
            <a:off x="7778744" y="4361641"/>
            <a:ext cx="2365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data</a:t>
            </a:r>
          </a:p>
          <a:p>
            <a:pPr algn="ctr"/>
            <a:r>
              <a:rPr lang="en-US" sz="2400" dirty="0"/>
              <a:t> and </a:t>
            </a:r>
          </a:p>
          <a:p>
            <a:pPr algn="ctr"/>
            <a:r>
              <a:rPr lang="en-US" sz="2400" dirty="0"/>
              <a:t>CRC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0984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827D4-E54E-4F2B-5A16-F97CEDD2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730DEF6E-8E81-8A03-2C73-2935D0D302E7}"/>
              </a:ext>
            </a:extLst>
          </p:cNvPr>
          <p:cNvSpPr/>
          <p:nvPr/>
        </p:nvSpPr>
        <p:spPr>
          <a:xfrm rot="8243572">
            <a:off x="3500338" y="228677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C5B95B-0758-484A-2A0D-4D7753D82D19}"/>
              </a:ext>
            </a:extLst>
          </p:cNvPr>
          <p:cNvCxnSpPr>
            <a:cxnSpLocks/>
          </p:cNvCxnSpPr>
          <p:nvPr/>
        </p:nvCxnSpPr>
        <p:spPr>
          <a:xfrm rot="8243572">
            <a:off x="3700429" y="2286774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5BD2463-171F-0E0E-97F1-0E7B2F4F8115}"/>
              </a:ext>
            </a:extLst>
          </p:cNvPr>
          <p:cNvCxnSpPr>
            <a:cxnSpLocks/>
          </p:cNvCxnSpPr>
          <p:nvPr/>
        </p:nvCxnSpPr>
        <p:spPr>
          <a:xfrm rot="8243572" flipH="1">
            <a:off x="3500338" y="2486865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A389C4-FC9C-50DB-0664-EB497B0BF205}"/>
              </a:ext>
            </a:extLst>
          </p:cNvPr>
          <p:cNvCxnSpPr>
            <a:cxnSpLocks/>
            <a:endCxn id="6" idx="5"/>
          </p:cNvCxnSpPr>
          <p:nvPr/>
        </p:nvCxnSpPr>
        <p:spPr>
          <a:xfrm flipV="1">
            <a:off x="1629988" y="2478510"/>
            <a:ext cx="1870524" cy="83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760B2F-59EA-7261-1715-3A101B184AF5}"/>
              </a:ext>
            </a:extLst>
          </p:cNvPr>
          <p:cNvCxnSpPr>
            <a:cxnSpLocks/>
            <a:stCxn id="12" idx="3"/>
            <a:endCxn id="6" idx="7"/>
          </p:cNvCxnSpPr>
          <p:nvPr/>
        </p:nvCxnSpPr>
        <p:spPr>
          <a:xfrm flipV="1">
            <a:off x="3107805" y="2686781"/>
            <a:ext cx="584269" cy="191533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02FB7B6-39CE-04B9-D6F4-08C896BED1E3}"/>
              </a:ext>
            </a:extLst>
          </p:cNvPr>
          <p:cNvSpPr/>
          <p:nvPr/>
        </p:nvSpPr>
        <p:spPr>
          <a:xfrm>
            <a:off x="1990084" y="4216564"/>
            <a:ext cx="1117721" cy="77109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9E4C28-36D3-5A32-8480-61305F92940E}"/>
              </a:ext>
            </a:extLst>
          </p:cNvPr>
          <p:cNvSpPr/>
          <p:nvPr/>
        </p:nvSpPr>
        <p:spPr>
          <a:xfrm>
            <a:off x="5374576" y="4427351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1FB4CC-11C5-9EA5-B2A6-CC87AD487CF0}"/>
              </a:ext>
            </a:extLst>
          </p:cNvPr>
          <p:cNvSpPr/>
          <p:nvPr/>
        </p:nvSpPr>
        <p:spPr>
          <a:xfrm>
            <a:off x="5374575" y="1926552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39F850-66AB-15BC-489C-0750479358D6}"/>
              </a:ext>
            </a:extLst>
          </p:cNvPr>
          <p:cNvSpPr/>
          <p:nvPr/>
        </p:nvSpPr>
        <p:spPr>
          <a:xfrm>
            <a:off x="9857298" y="1934907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10FA95A5-39C9-62E2-836A-77B860DF10CF}"/>
              </a:ext>
            </a:extLst>
          </p:cNvPr>
          <p:cNvSpPr/>
          <p:nvPr/>
        </p:nvSpPr>
        <p:spPr>
          <a:xfrm rot="5400000">
            <a:off x="7656545" y="1934907"/>
            <a:ext cx="997526" cy="1120624"/>
          </a:xfrm>
          <a:prstGeom prst="triangle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9">
            <a:extLst>
              <a:ext uri="{FF2B5EF4-FFF2-40B4-BE49-F238E27FC236}">
                <a16:creationId xmlns:a16="http://schemas.microsoft.com/office/drawing/2014/main" id="{4C1875E2-10D9-E56D-023C-3A4CD0A8B0C1}"/>
              </a:ext>
            </a:extLst>
          </p:cNvPr>
          <p:cNvCxnSpPr>
            <a:cxnSpLocks/>
            <a:endCxn id="12" idx="1"/>
          </p:cNvCxnSpPr>
          <p:nvPr/>
        </p:nvCxnSpPr>
        <p:spPr>
          <a:xfrm rot="16200000" flipH="1">
            <a:off x="449280" y="3061309"/>
            <a:ext cx="1915333" cy="11662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1A812EF-C6E0-131A-6050-D17A498FBE6C}"/>
              </a:ext>
            </a:extLst>
          </p:cNvPr>
          <p:cNvCxnSpPr>
            <a:cxnSpLocks/>
            <a:stCxn id="6" idx="1"/>
            <a:endCxn id="14" idx="1"/>
          </p:cNvCxnSpPr>
          <p:nvPr/>
        </p:nvCxnSpPr>
        <p:spPr>
          <a:xfrm flipV="1">
            <a:off x="3900345" y="2486864"/>
            <a:ext cx="1474230" cy="8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C668716-40BE-2501-BCC0-CD48A0A67DC3}"/>
              </a:ext>
            </a:extLst>
          </p:cNvPr>
          <p:cNvCxnSpPr>
            <a:cxnSpLocks/>
          </p:cNvCxnSpPr>
          <p:nvPr/>
        </p:nvCxnSpPr>
        <p:spPr>
          <a:xfrm>
            <a:off x="6516253" y="2204140"/>
            <a:ext cx="10787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3192B0D-72E5-4E2A-C805-6FD4C46373DD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15257" y="3215387"/>
            <a:ext cx="2279486" cy="839150"/>
          </a:xfrm>
          <a:prstGeom prst="bentConnector3">
            <a:avLst>
              <a:gd name="adj1" fmla="val 9997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36">
            <a:extLst>
              <a:ext uri="{FF2B5EF4-FFF2-40B4-BE49-F238E27FC236}">
                <a16:creationId xmlns:a16="http://schemas.microsoft.com/office/drawing/2014/main" id="{82667A04-30C2-3378-760A-71F147B8059B}"/>
              </a:ext>
            </a:extLst>
          </p:cNvPr>
          <p:cNvCxnSpPr>
            <a:cxnSpLocks/>
          </p:cNvCxnSpPr>
          <p:nvPr/>
        </p:nvCxnSpPr>
        <p:spPr>
          <a:xfrm>
            <a:off x="3700427" y="4602113"/>
            <a:ext cx="1674148" cy="564478"/>
          </a:xfrm>
          <a:prstGeom prst="bentConnector3">
            <a:avLst>
              <a:gd name="adj1" fmla="val -36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4FADC31-BDCE-0BB6-D73A-6C5196D2E300}"/>
              </a:ext>
            </a:extLst>
          </p:cNvPr>
          <p:cNvCxnSpPr>
            <a:cxnSpLocks/>
            <a:stCxn id="16" idx="0"/>
            <a:endCxn id="15" idx="1"/>
          </p:cNvCxnSpPr>
          <p:nvPr/>
        </p:nvCxnSpPr>
        <p:spPr>
          <a:xfrm>
            <a:off x="8715620" y="2495219"/>
            <a:ext cx="11416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A65D89-2782-3F3B-B8FD-F567149D1E81}"/>
              </a:ext>
            </a:extLst>
          </p:cNvPr>
          <p:cNvCxnSpPr>
            <a:cxnSpLocks/>
            <a:stCxn id="13" idx="3"/>
            <a:endCxn id="15" idx="2"/>
          </p:cNvCxnSpPr>
          <p:nvPr/>
        </p:nvCxnSpPr>
        <p:spPr>
          <a:xfrm flipV="1">
            <a:off x="6492297" y="3055531"/>
            <a:ext cx="3923862" cy="193213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43CBBF-6404-B341-BA68-AC80E92CCD5F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H="1" flipV="1">
            <a:off x="5933436" y="3047176"/>
            <a:ext cx="1" cy="13801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5BEAC8DE-20F3-DA3F-D52B-D98A1FD994F6}"/>
              </a:ext>
            </a:extLst>
          </p:cNvPr>
          <p:cNvSpPr/>
          <p:nvPr/>
        </p:nvSpPr>
        <p:spPr>
          <a:xfrm>
            <a:off x="5866450" y="2896673"/>
            <a:ext cx="133970" cy="150503"/>
          </a:xfrm>
          <a:prstGeom prst="triangl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744E2B0B-541E-6179-62C1-925DC2E40613}"/>
              </a:ext>
            </a:extLst>
          </p:cNvPr>
          <p:cNvSpPr/>
          <p:nvPr/>
        </p:nvSpPr>
        <p:spPr>
          <a:xfrm>
            <a:off x="10349172" y="2897113"/>
            <a:ext cx="133970" cy="150503"/>
          </a:xfrm>
          <a:prstGeom prst="triangle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7FA420-0453-AFA8-32D8-AA5D9967FDC1}"/>
              </a:ext>
            </a:extLst>
          </p:cNvPr>
          <p:cNvSpPr txBox="1"/>
          <p:nvPr/>
        </p:nvSpPr>
        <p:spPr>
          <a:xfrm>
            <a:off x="507765" y="1987803"/>
            <a:ext cx="1165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r(t)</a:t>
            </a:r>
          </a:p>
          <a:p>
            <a:r>
              <a:rPr lang="en-US" dirty="0"/>
              <a:t>passband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16AAE38-0FFA-3B83-A149-1A0900D1AAB9}"/>
              </a:ext>
            </a:extLst>
          </p:cNvPr>
          <p:cNvSpPr txBox="1"/>
          <p:nvPr/>
        </p:nvSpPr>
        <p:spPr>
          <a:xfrm>
            <a:off x="1923149" y="4278947"/>
            <a:ext cx="1276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Carrier recovery </a:t>
            </a:r>
          </a:p>
          <a:p>
            <a:pPr algn="ctr"/>
            <a:r>
              <a:rPr lang="en-US" sz="1200" dirty="0"/>
              <a:t>Circuit</a:t>
            </a:r>
          </a:p>
          <a:p>
            <a:pPr algn="ctr"/>
            <a:r>
              <a:rPr lang="en-US" sz="1200" dirty="0"/>
              <a:t>(CRC)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0124E0-4F6C-FF35-760E-45C1C1164228}"/>
              </a:ext>
            </a:extLst>
          </p:cNvPr>
          <p:cNvSpPr txBox="1"/>
          <p:nvPr/>
        </p:nvSpPr>
        <p:spPr>
          <a:xfrm>
            <a:off x="2550602" y="2816690"/>
            <a:ext cx="11144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Unmodulated</a:t>
            </a:r>
          </a:p>
          <a:p>
            <a:pPr algn="ctr"/>
            <a:r>
              <a:rPr lang="en-US" sz="1200" dirty="0"/>
              <a:t>synchronized </a:t>
            </a:r>
          </a:p>
          <a:p>
            <a:pPr algn="ctr"/>
            <a:r>
              <a:rPr lang="en-US" sz="1200" dirty="0"/>
              <a:t>carrier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DA32FD-B81C-D645-16DE-D6DFE7ACC94F}"/>
              </a:ext>
            </a:extLst>
          </p:cNvPr>
          <p:cNvSpPr txBox="1"/>
          <p:nvPr/>
        </p:nvSpPr>
        <p:spPr>
          <a:xfrm>
            <a:off x="5371475" y="4538271"/>
            <a:ext cx="11208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Bit timing</a:t>
            </a:r>
          </a:p>
          <a:p>
            <a:pPr algn="ctr"/>
            <a:r>
              <a:rPr lang="en-US" dirty="0"/>
              <a:t>recovery</a:t>
            </a:r>
          </a:p>
          <a:p>
            <a:pPr algn="ctr"/>
            <a:r>
              <a:rPr lang="en-US" dirty="0"/>
              <a:t>(BTR)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C273180-6FA9-0899-C798-6D6B1E83667D}"/>
              </a:ext>
            </a:extLst>
          </p:cNvPr>
          <p:cNvSpPr txBox="1"/>
          <p:nvPr/>
        </p:nvSpPr>
        <p:spPr>
          <a:xfrm>
            <a:off x="5239355" y="3114539"/>
            <a:ext cx="627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Dump </a:t>
            </a:r>
          </a:p>
          <a:p>
            <a:pPr algn="ctr"/>
            <a:r>
              <a:rPr lang="en-US" sz="1200" dirty="0"/>
              <a:t>signal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78F4BAF-A0D9-A444-C203-2D2DCDB98EAB}"/>
              </a:ext>
            </a:extLst>
          </p:cNvPr>
          <p:cNvSpPr txBox="1"/>
          <p:nvPr/>
        </p:nvSpPr>
        <p:spPr>
          <a:xfrm>
            <a:off x="7594996" y="2264387"/>
            <a:ext cx="7713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Decision</a:t>
            </a:r>
          </a:p>
          <a:p>
            <a:pPr algn="ctr"/>
            <a:r>
              <a:rPr lang="en-US" sz="1200" dirty="0"/>
              <a:t>device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948E043-C87E-FB92-60F9-AFFACC58942C}"/>
              </a:ext>
            </a:extLst>
          </p:cNvPr>
          <p:cNvSpPr txBox="1"/>
          <p:nvPr/>
        </p:nvSpPr>
        <p:spPr>
          <a:xfrm>
            <a:off x="9813691" y="3098375"/>
            <a:ext cx="545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Data</a:t>
            </a:r>
          </a:p>
          <a:p>
            <a:pPr algn="ctr"/>
            <a:r>
              <a:rPr lang="en-US" sz="1200" dirty="0"/>
              <a:t>clock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FB2555F-4D3B-5475-91E7-5E8A645FFD4A}"/>
                  </a:ext>
                </a:extLst>
              </p:cNvPr>
              <p:cNvSpPr txBox="1"/>
              <p:nvPr/>
            </p:nvSpPr>
            <p:spPr>
              <a:xfrm>
                <a:off x="5366851" y="2104321"/>
                <a:ext cx="1184812" cy="7845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000" b="0" i="1" baseline="-25000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d>
                            <m:d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EG" sz="2000" i="1" dirty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FB2555F-4D3B-5475-91E7-5E8A645FF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6851" y="2104321"/>
                <a:ext cx="1184812" cy="7845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TextBox 69">
            <a:extLst>
              <a:ext uri="{FF2B5EF4-FFF2-40B4-BE49-F238E27FC236}">
                <a16:creationId xmlns:a16="http://schemas.microsoft.com/office/drawing/2014/main" id="{807E4219-A13B-F877-1563-2FABCF205E5D}"/>
              </a:ext>
            </a:extLst>
          </p:cNvPr>
          <p:cNvSpPr txBox="1"/>
          <p:nvPr/>
        </p:nvSpPr>
        <p:spPr>
          <a:xfrm>
            <a:off x="9849334" y="2298833"/>
            <a:ext cx="1133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 flip flop</a:t>
            </a: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81D82953-9F3C-86FC-2DD2-7F9E2BE224EF}"/>
              </a:ext>
            </a:extLst>
          </p:cNvPr>
          <p:cNvSpPr txBox="1">
            <a:spLocks/>
          </p:cNvSpPr>
          <p:nvPr/>
        </p:nvSpPr>
        <p:spPr>
          <a:xfrm>
            <a:off x="4637460" y="144793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BPSK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F12A0EA-6126-FC5D-54E6-D5DB4AB5A1B5}"/>
              </a:ext>
            </a:extLst>
          </p:cNvPr>
          <p:cNvCxnSpPr>
            <a:cxnSpLocks/>
          </p:cNvCxnSpPr>
          <p:nvPr/>
        </p:nvCxnSpPr>
        <p:spPr>
          <a:xfrm>
            <a:off x="7238422" y="2771745"/>
            <a:ext cx="35657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1ECFFDE-2531-0664-3B86-343D54881281}"/>
              </a:ext>
            </a:extLst>
          </p:cNvPr>
          <p:cNvCxnSpPr>
            <a:cxnSpLocks/>
          </p:cNvCxnSpPr>
          <p:nvPr/>
        </p:nvCxnSpPr>
        <p:spPr>
          <a:xfrm>
            <a:off x="7243978" y="2763293"/>
            <a:ext cx="0" cy="3350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6406891-4F64-4FEE-ADDF-1C8A56BF9E6F}"/>
              </a:ext>
            </a:extLst>
          </p:cNvPr>
          <p:cNvCxnSpPr>
            <a:cxnSpLocks/>
          </p:cNvCxnSpPr>
          <p:nvPr/>
        </p:nvCxnSpPr>
        <p:spPr>
          <a:xfrm flipH="1">
            <a:off x="7125710" y="3098375"/>
            <a:ext cx="2619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502832F-F85C-BFBA-96EE-473EA9F9DA50}"/>
              </a:ext>
            </a:extLst>
          </p:cNvPr>
          <p:cNvCxnSpPr>
            <a:cxnSpLocks/>
          </p:cNvCxnSpPr>
          <p:nvPr/>
        </p:nvCxnSpPr>
        <p:spPr>
          <a:xfrm flipH="1">
            <a:off x="7176509" y="3141811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5BEB4DD-7484-37BF-9E7B-6FA018528F78}"/>
              </a:ext>
            </a:extLst>
          </p:cNvPr>
          <p:cNvCxnSpPr>
            <a:cxnSpLocks/>
          </p:cNvCxnSpPr>
          <p:nvPr/>
        </p:nvCxnSpPr>
        <p:spPr>
          <a:xfrm flipH="1">
            <a:off x="7222150" y="3187054"/>
            <a:ext cx="6111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3511BEA-BB3A-46C2-0798-2D6FFD0CDAE7}"/>
              </a:ext>
            </a:extLst>
          </p:cNvPr>
          <p:cNvSpPr txBox="1"/>
          <p:nvPr/>
        </p:nvSpPr>
        <p:spPr>
          <a:xfrm>
            <a:off x="7556124" y="2062596"/>
            <a:ext cx="274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ar-EG" sz="1200" dirty="0"/>
              <a:t>+</a:t>
            </a:r>
            <a:endParaRPr lang="en-US" sz="12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2E38B6-2AAE-BB2E-564D-D800381076F6}"/>
              </a:ext>
            </a:extLst>
          </p:cNvPr>
          <p:cNvSpPr txBox="1"/>
          <p:nvPr/>
        </p:nvSpPr>
        <p:spPr>
          <a:xfrm>
            <a:off x="7565476" y="2634134"/>
            <a:ext cx="2375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-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DCA8878-F354-61C8-5DCC-3DEA2984FB11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10975019" y="2495219"/>
            <a:ext cx="8107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414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442FD-ADEC-69FD-BDB1-1E3A35FD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4BCDA19-5C0E-2ED9-8F3C-5EB6DD093226}"/>
              </a:ext>
            </a:extLst>
          </p:cNvPr>
          <p:cNvSpPr txBox="1">
            <a:spLocks/>
          </p:cNvSpPr>
          <p:nvPr/>
        </p:nvSpPr>
        <p:spPr>
          <a:xfrm>
            <a:off x="4637461" y="144793"/>
            <a:ext cx="2917078" cy="3712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8-PSK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95EF33-EDF2-A163-4215-710EA89F8023}"/>
              </a:ext>
            </a:extLst>
          </p:cNvPr>
          <p:cNvSpPr/>
          <p:nvPr/>
        </p:nvSpPr>
        <p:spPr>
          <a:xfrm>
            <a:off x="3050664" y="2912350"/>
            <a:ext cx="1117721" cy="77109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9CE6CF-8EFF-3057-C35B-AEE0F654ED41}"/>
              </a:ext>
            </a:extLst>
          </p:cNvPr>
          <p:cNvSpPr/>
          <p:nvPr/>
        </p:nvSpPr>
        <p:spPr>
          <a:xfrm>
            <a:off x="6211159" y="2745289"/>
            <a:ext cx="1117721" cy="112062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67ED74-6307-60E0-9905-0227C755AC2A}"/>
              </a:ext>
            </a:extLst>
          </p:cNvPr>
          <p:cNvSpPr txBox="1"/>
          <p:nvPr/>
        </p:nvSpPr>
        <p:spPr>
          <a:xfrm>
            <a:off x="5492761" y="1338093"/>
            <a:ext cx="565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LPF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8D5515-3E65-66E8-6800-76B627D746CF}"/>
              </a:ext>
            </a:extLst>
          </p:cNvPr>
          <p:cNvSpPr txBox="1"/>
          <p:nvPr/>
        </p:nvSpPr>
        <p:spPr>
          <a:xfrm>
            <a:off x="6300730" y="2795273"/>
            <a:ext cx="94288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Symbol</a:t>
            </a:r>
          </a:p>
          <a:p>
            <a:pPr algn="ctr"/>
            <a:r>
              <a:rPr lang="en-US" sz="1600" dirty="0"/>
              <a:t>timing</a:t>
            </a:r>
          </a:p>
          <a:p>
            <a:pPr algn="ctr"/>
            <a:r>
              <a:rPr lang="en-US" sz="1600" dirty="0"/>
              <a:t>recovery</a:t>
            </a:r>
          </a:p>
          <a:p>
            <a:pPr algn="ctr"/>
            <a:r>
              <a:rPr lang="en-US" sz="1600" dirty="0"/>
              <a:t>(STR)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60936A1-C621-88F5-A1AB-73D52CA252D0}"/>
              </a:ext>
            </a:extLst>
          </p:cNvPr>
          <p:cNvSpPr/>
          <p:nvPr/>
        </p:nvSpPr>
        <p:spPr>
          <a:xfrm rot="8243572">
            <a:off x="3417789" y="1328709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FD23B00-AD7E-5FE6-B604-11480D36A58D}"/>
              </a:ext>
            </a:extLst>
          </p:cNvPr>
          <p:cNvCxnSpPr>
            <a:cxnSpLocks/>
          </p:cNvCxnSpPr>
          <p:nvPr/>
        </p:nvCxnSpPr>
        <p:spPr>
          <a:xfrm rot="8243572">
            <a:off x="3617880" y="1328709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9F113F9-E66E-9479-8456-36D18D2E26BD}"/>
              </a:ext>
            </a:extLst>
          </p:cNvPr>
          <p:cNvCxnSpPr>
            <a:cxnSpLocks/>
          </p:cNvCxnSpPr>
          <p:nvPr/>
        </p:nvCxnSpPr>
        <p:spPr>
          <a:xfrm rot="8243572" flipH="1">
            <a:off x="3417789" y="152880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D4BB7D7-B25D-0800-0271-575FDB87C76C}"/>
              </a:ext>
            </a:extLst>
          </p:cNvPr>
          <p:cNvSpPr/>
          <p:nvPr/>
        </p:nvSpPr>
        <p:spPr>
          <a:xfrm>
            <a:off x="5457126" y="1212294"/>
            <a:ext cx="644657" cy="6463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0AE478-1213-7E5D-9172-68FCBCED8ED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168385" y="3297900"/>
            <a:ext cx="2042774" cy="7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500617BB-97AC-DADA-91A8-74A02BB00674}"/>
              </a:ext>
            </a:extLst>
          </p:cNvPr>
          <p:cNvSpPr/>
          <p:nvPr/>
        </p:nvSpPr>
        <p:spPr>
          <a:xfrm>
            <a:off x="6768468" y="1209154"/>
            <a:ext cx="644657" cy="6463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B635682-FA3D-4871-FE28-88C675FED046}"/>
              </a:ext>
            </a:extLst>
          </p:cNvPr>
          <p:cNvCxnSpPr>
            <a:cxnSpLocks/>
            <a:stCxn id="4" idx="0"/>
            <a:endCxn id="18" idx="7"/>
          </p:cNvCxnSpPr>
          <p:nvPr/>
        </p:nvCxnSpPr>
        <p:spPr>
          <a:xfrm flipV="1">
            <a:off x="3609525" y="1728716"/>
            <a:ext cx="0" cy="1183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A0C73F0-0190-3CAC-1616-5C5D3C339030}"/>
              </a:ext>
            </a:extLst>
          </p:cNvPr>
          <p:cNvCxnSpPr>
            <a:cxnSpLocks/>
            <a:endCxn id="65" idx="5"/>
          </p:cNvCxnSpPr>
          <p:nvPr/>
        </p:nvCxnSpPr>
        <p:spPr>
          <a:xfrm rot="16200000" flipH="1">
            <a:off x="1720363" y="3345501"/>
            <a:ext cx="1712102" cy="1632298"/>
          </a:xfrm>
          <a:prstGeom prst="bentConnector3">
            <a:avLst>
              <a:gd name="adj1" fmla="val 10029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F98FE607-6A79-8E96-2481-E60FF1E8B29F}"/>
              </a:ext>
            </a:extLst>
          </p:cNvPr>
          <p:cNvSpPr/>
          <p:nvPr/>
        </p:nvSpPr>
        <p:spPr>
          <a:xfrm rot="8243572">
            <a:off x="3392389" y="4825965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88520D9-ED7E-20BE-E240-48EBB61CC1BE}"/>
              </a:ext>
            </a:extLst>
          </p:cNvPr>
          <p:cNvCxnSpPr>
            <a:cxnSpLocks/>
          </p:cNvCxnSpPr>
          <p:nvPr/>
        </p:nvCxnSpPr>
        <p:spPr>
          <a:xfrm rot="8243572">
            <a:off x="3592480" y="4825965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1855E83-9257-C2FB-77A6-C6E5E2AED6E4}"/>
              </a:ext>
            </a:extLst>
          </p:cNvPr>
          <p:cNvCxnSpPr>
            <a:cxnSpLocks/>
          </p:cNvCxnSpPr>
          <p:nvPr/>
        </p:nvCxnSpPr>
        <p:spPr>
          <a:xfrm rot="8243572" flipH="1">
            <a:off x="3392389" y="5026056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4CC58D0E-AE29-5661-1346-BE14F17869CF}"/>
              </a:ext>
            </a:extLst>
          </p:cNvPr>
          <p:cNvSpPr/>
          <p:nvPr/>
        </p:nvSpPr>
        <p:spPr>
          <a:xfrm>
            <a:off x="5431726" y="4709550"/>
            <a:ext cx="644657" cy="6463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5346D3B-6820-61A8-1074-560303E2CE4F}"/>
              </a:ext>
            </a:extLst>
          </p:cNvPr>
          <p:cNvCxnSpPr>
            <a:cxnSpLocks/>
            <a:stCxn id="65" idx="1"/>
            <a:endCxn id="68" idx="1"/>
          </p:cNvCxnSpPr>
          <p:nvPr/>
        </p:nvCxnSpPr>
        <p:spPr>
          <a:xfrm flipV="1">
            <a:off x="3792396" y="5032716"/>
            <a:ext cx="1639330" cy="16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78A2317-0771-D9E7-C874-32D80F81435B}"/>
              </a:ext>
            </a:extLst>
          </p:cNvPr>
          <p:cNvSpPr/>
          <p:nvPr/>
        </p:nvSpPr>
        <p:spPr>
          <a:xfrm>
            <a:off x="6768467" y="4698074"/>
            <a:ext cx="644657" cy="6463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25C96FD-C0A4-7AF0-3F5F-0563B3B545E3}"/>
              </a:ext>
            </a:extLst>
          </p:cNvPr>
          <p:cNvCxnSpPr>
            <a:cxnSpLocks/>
            <a:stCxn id="4" idx="2"/>
            <a:endCxn id="65" idx="3"/>
          </p:cNvCxnSpPr>
          <p:nvPr/>
        </p:nvCxnSpPr>
        <p:spPr>
          <a:xfrm flipH="1">
            <a:off x="3600834" y="3683449"/>
            <a:ext cx="8691" cy="11426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52">
            <a:extLst>
              <a:ext uri="{FF2B5EF4-FFF2-40B4-BE49-F238E27FC236}">
                <a16:creationId xmlns:a16="http://schemas.microsoft.com/office/drawing/2014/main" id="{08F4A3F9-4CF0-F982-5BC2-27FA610E7805}"/>
              </a:ext>
            </a:extLst>
          </p:cNvPr>
          <p:cNvCxnSpPr>
            <a:cxnSpLocks/>
            <a:endCxn id="18" idx="5"/>
          </p:cNvCxnSpPr>
          <p:nvPr/>
        </p:nvCxnSpPr>
        <p:spPr>
          <a:xfrm rot="5400000" flipH="1" flipV="1">
            <a:off x="1701266" y="1580752"/>
            <a:ext cx="1777004" cy="1656390"/>
          </a:xfrm>
          <a:prstGeom prst="bentConnector3">
            <a:avLst>
              <a:gd name="adj1" fmla="val 10006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538CE2B-5115-2E2D-D36D-DA185012FB6D}"/>
              </a:ext>
            </a:extLst>
          </p:cNvPr>
          <p:cNvSpPr txBox="1"/>
          <p:nvPr/>
        </p:nvSpPr>
        <p:spPr>
          <a:xfrm>
            <a:off x="3494340" y="1886418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Cos(2</a:t>
            </a:r>
            <a:r>
              <a:rPr lang="el-GR" sz="1400" dirty="0"/>
              <a:t>π</a:t>
            </a:r>
            <a:r>
              <a:rPr lang="en-US" sz="1400" dirty="0" err="1"/>
              <a:t>F</a:t>
            </a:r>
            <a:r>
              <a:rPr lang="en-US" sz="1400" baseline="-25000" dirty="0" err="1"/>
              <a:t>c</a:t>
            </a:r>
            <a:r>
              <a:rPr lang="en-US" sz="1400" dirty="0" err="1"/>
              <a:t>t</a:t>
            </a:r>
            <a:r>
              <a:rPr lang="en-US" sz="1400" dirty="0"/>
              <a:t>)</a:t>
            </a:r>
            <a:endParaRPr lang="en-US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47DB9A-6538-505F-AA2F-0B58096E8C70}"/>
              </a:ext>
            </a:extLst>
          </p:cNvPr>
          <p:cNvSpPr txBox="1"/>
          <p:nvPr/>
        </p:nvSpPr>
        <p:spPr>
          <a:xfrm>
            <a:off x="3534707" y="4093827"/>
            <a:ext cx="1117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-Sin(2</a:t>
            </a:r>
            <a:r>
              <a:rPr lang="el-GR" sz="1400" dirty="0"/>
              <a:t>π</a:t>
            </a:r>
            <a:r>
              <a:rPr lang="en-US" sz="1400" dirty="0" err="1"/>
              <a:t>F</a:t>
            </a:r>
            <a:r>
              <a:rPr lang="en-US" sz="1400" baseline="-25000" dirty="0" err="1"/>
              <a:t>c</a:t>
            </a:r>
            <a:r>
              <a:rPr lang="en-US" sz="1400" dirty="0" err="1"/>
              <a:t>t</a:t>
            </a:r>
            <a:r>
              <a:rPr lang="en-US" sz="1400" dirty="0"/>
              <a:t>)</a:t>
            </a:r>
            <a:endParaRPr lang="en-US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4A63397-20DC-7CE8-B144-4C2F3359B9AF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flipV="1">
            <a:off x="3817796" y="1535460"/>
            <a:ext cx="1639330" cy="16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7001B07-7D47-6C7D-024A-073D26CD1845}"/>
              </a:ext>
            </a:extLst>
          </p:cNvPr>
          <p:cNvCxnSpPr>
            <a:cxnSpLocks/>
            <a:stCxn id="21" idx="3"/>
            <a:endCxn id="46" idx="1"/>
          </p:cNvCxnSpPr>
          <p:nvPr/>
        </p:nvCxnSpPr>
        <p:spPr>
          <a:xfrm flipV="1">
            <a:off x="6101783" y="1532320"/>
            <a:ext cx="666685" cy="31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A473245-A056-697B-8B84-27CA82A06E21}"/>
              </a:ext>
            </a:extLst>
          </p:cNvPr>
          <p:cNvCxnSpPr>
            <a:cxnSpLocks/>
            <a:stCxn id="68" idx="3"/>
            <a:endCxn id="71" idx="1"/>
          </p:cNvCxnSpPr>
          <p:nvPr/>
        </p:nvCxnSpPr>
        <p:spPr>
          <a:xfrm flipV="1">
            <a:off x="6076383" y="5021240"/>
            <a:ext cx="692084" cy="114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51B5FCE-E423-E0A6-8C10-B142D5807D93}"/>
              </a:ext>
            </a:extLst>
          </p:cNvPr>
          <p:cNvCxnSpPr>
            <a:cxnSpLocks/>
          </p:cNvCxnSpPr>
          <p:nvPr/>
        </p:nvCxnSpPr>
        <p:spPr>
          <a:xfrm>
            <a:off x="4652428" y="1543636"/>
            <a:ext cx="1555629" cy="1456521"/>
          </a:xfrm>
          <a:prstGeom prst="bentConnector3">
            <a:avLst>
              <a:gd name="adj1" fmla="val -38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D833AFF8-ACF4-CE2B-420A-3ED13EE987AF}"/>
              </a:ext>
            </a:extLst>
          </p:cNvPr>
          <p:cNvSpPr/>
          <p:nvPr/>
        </p:nvSpPr>
        <p:spPr>
          <a:xfrm>
            <a:off x="8590668" y="1246075"/>
            <a:ext cx="1117721" cy="410980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01C5B620-F1D1-3EA7-8846-E0C39CEC41B7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7413125" y="1532320"/>
            <a:ext cx="1177542" cy="8783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14">
            <a:extLst>
              <a:ext uri="{FF2B5EF4-FFF2-40B4-BE49-F238E27FC236}">
                <a16:creationId xmlns:a16="http://schemas.microsoft.com/office/drawing/2014/main" id="{247F5C03-1B98-ED03-534B-3BC39939D558}"/>
              </a:ext>
            </a:extLst>
          </p:cNvPr>
          <p:cNvCxnSpPr>
            <a:cxnSpLocks/>
            <a:stCxn id="71" idx="3"/>
          </p:cNvCxnSpPr>
          <p:nvPr/>
        </p:nvCxnSpPr>
        <p:spPr>
          <a:xfrm flipV="1">
            <a:off x="7413124" y="3865913"/>
            <a:ext cx="1177543" cy="11553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1DBEF208-B55E-80DE-D218-9B5EFE07F226}"/>
              </a:ext>
            </a:extLst>
          </p:cNvPr>
          <p:cNvSpPr/>
          <p:nvPr/>
        </p:nvSpPr>
        <p:spPr>
          <a:xfrm>
            <a:off x="10181742" y="2974734"/>
            <a:ext cx="644657" cy="6463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5ABCFC-4FAA-AB6E-95CF-ABF29D5C8A47}"/>
              </a:ext>
            </a:extLst>
          </p:cNvPr>
          <p:cNvCxnSpPr>
            <a:cxnSpLocks/>
            <a:stCxn id="113" idx="3"/>
            <a:endCxn id="128" idx="1"/>
          </p:cNvCxnSpPr>
          <p:nvPr/>
        </p:nvCxnSpPr>
        <p:spPr>
          <a:xfrm flipV="1">
            <a:off x="9708389" y="3297900"/>
            <a:ext cx="473353" cy="30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29BB8CDE-5C60-3C21-A77E-A2767422E2BC}"/>
              </a:ext>
            </a:extLst>
          </p:cNvPr>
          <p:cNvSpPr txBox="1"/>
          <p:nvPr/>
        </p:nvSpPr>
        <p:spPr>
          <a:xfrm>
            <a:off x="2966640" y="2974283"/>
            <a:ext cx="12893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Carrier recovery </a:t>
            </a:r>
          </a:p>
          <a:p>
            <a:pPr algn="ctr"/>
            <a:r>
              <a:rPr lang="en-US" sz="1200" dirty="0"/>
              <a:t>Circuit</a:t>
            </a:r>
          </a:p>
          <a:p>
            <a:pPr algn="ctr"/>
            <a:r>
              <a:rPr lang="en-US" sz="1200" dirty="0"/>
              <a:t>(CRC)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61EDE9D-4229-C506-8E44-050A075969FD}"/>
              </a:ext>
            </a:extLst>
          </p:cNvPr>
          <p:cNvSpPr txBox="1"/>
          <p:nvPr/>
        </p:nvSpPr>
        <p:spPr>
          <a:xfrm>
            <a:off x="6798122" y="1350793"/>
            <a:ext cx="565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MF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C8F9FB9-DE99-A8DB-A140-8D56ED6A392D}"/>
              </a:ext>
            </a:extLst>
          </p:cNvPr>
          <p:cNvSpPr txBox="1"/>
          <p:nvPr/>
        </p:nvSpPr>
        <p:spPr>
          <a:xfrm>
            <a:off x="5480061" y="4830129"/>
            <a:ext cx="565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LPF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8F88801-414F-1BEC-B7C2-E4C31E907411}"/>
              </a:ext>
            </a:extLst>
          </p:cNvPr>
          <p:cNvSpPr txBox="1"/>
          <p:nvPr/>
        </p:nvSpPr>
        <p:spPr>
          <a:xfrm>
            <a:off x="6810822" y="4817429"/>
            <a:ext cx="565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MF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C9C743C-B060-B27A-112A-00AEDA1E0A5F}"/>
              </a:ext>
            </a:extLst>
          </p:cNvPr>
          <p:cNvSpPr txBox="1"/>
          <p:nvPr/>
        </p:nvSpPr>
        <p:spPr>
          <a:xfrm>
            <a:off x="8628310" y="2974283"/>
            <a:ext cx="11177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</a:t>
            </a:r>
          </a:p>
          <a:p>
            <a:pPr algn="ctr"/>
            <a:r>
              <a:rPr lang="en-US" dirty="0"/>
              <a:t>device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0AF1E3B4-E376-5A6B-93CA-886FC24335D4}"/>
              </a:ext>
            </a:extLst>
          </p:cNvPr>
          <p:cNvSpPr txBox="1"/>
          <p:nvPr/>
        </p:nvSpPr>
        <p:spPr>
          <a:xfrm>
            <a:off x="10219384" y="3116888"/>
            <a:ext cx="5654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P/S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22C8438-11AC-22AF-3E18-931CA8BB40C4}"/>
              </a:ext>
            </a:extLst>
          </p:cNvPr>
          <p:cNvCxnSpPr>
            <a:cxnSpLocks/>
            <a:stCxn id="128" idx="3"/>
          </p:cNvCxnSpPr>
          <p:nvPr/>
        </p:nvCxnSpPr>
        <p:spPr>
          <a:xfrm>
            <a:off x="10826399" y="3297900"/>
            <a:ext cx="532886" cy="7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C691D618-682E-6E58-AF28-C5B1E8F75F22}"/>
              </a:ext>
            </a:extLst>
          </p:cNvPr>
          <p:cNvSpPr txBox="1"/>
          <p:nvPr/>
        </p:nvSpPr>
        <p:spPr>
          <a:xfrm>
            <a:off x="1123629" y="3120935"/>
            <a:ext cx="471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r(t)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6A296B2-B442-6499-4DE3-C9C2A07EB4C8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1760266" y="3297900"/>
            <a:ext cx="1290398" cy="7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715873-8154-7A7B-8BC2-8000F588495C}"/>
              </a:ext>
            </a:extLst>
          </p:cNvPr>
          <p:cNvCxnSpPr>
            <a:cxnSpLocks/>
          </p:cNvCxnSpPr>
          <p:nvPr/>
        </p:nvCxnSpPr>
        <p:spPr>
          <a:xfrm>
            <a:off x="1562936" y="3305599"/>
            <a:ext cx="2481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2386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1327</TotalTime>
  <Words>685</Words>
  <Application>Microsoft Office PowerPoint</Application>
  <PresentationFormat>Widescreen</PresentationFormat>
  <Paragraphs>314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Key Generator</vt:lpstr>
      <vt:lpstr>PowerPoint Presentation</vt:lpstr>
      <vt:lpstr>g-function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عبدالرحمن حسن السيد حسن علي</dc:creator>
  <cp:lastModifiedBy>عبدالرحمن حسن السيد حسن علي</cp:lastModifiedBy>
  <cp:revision>161</cp:revision>
  <dcterms:created xsi:type="dcterms:W3CDTF">2025-12-17T17:13:24Z</dcterms:created>
  <dcterms:modified xsi:type="dcterms:W3CDTF">2026-03-29T17:05:46Z</dcterms:modified>
</cp:coreProperties>
</file>