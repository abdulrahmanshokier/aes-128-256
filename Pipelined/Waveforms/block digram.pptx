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C8440-7A2E-4222-9B6A-0DD1C564546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892FD-D3D1-4262-97B2-43B9C3115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0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55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8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3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6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3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0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4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5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24F79D3-17D5-46B1-9DE8-D2B97F7F667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36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hlinkClick r:id="rId3" action="ppaction://hlinksldjump"/>
            <a:extLst>
              <a:ext uri="{FF2B5EF4-FFF2-40B4-BE49-F238E27FC236}">
                <a16:creationId xmlns:a16="http://schemas.microsoft.com/office/drawing/2014/main" id="{5CA24B1B-51C4-2209-442C-CC409A0AC272}"/>
              </a:ext>
            </a:extLst>
          </p:cNvPr>
          <p:cNvSpPr/>
          <p:nvPr/>
        </p:nvSpPr>
        <p:spPr>
          <a:xfrm>
            <a:off x="3243289" y="3589291"/>
            <a:ext cx="2068828" cy="2093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Click r:id="rId4" action="ppaction://hlinksldjump"/>
            <a:extLst>
              <a:ext uri="{FF2B5EF4-FFF2-40B4-BE49-F238E27FC236}">
                <a16:creationId xmlns:a16="http://schemas.microsoft.com/office/drawing/2014/main" id="{F2757085-0F9E-A9D9-4853-BAE180779035}"/>
              </a:ext>
            </a:extLst>
          </p:cNvPr>
          <p:cNvSpPr/>
          <p:nvPr/>
        </p:nvSpPr>
        <p:spPr>
          <a:xfrm>
            <a:off x="3232581" y="1005059"/>
            <a:ext cx="2068828" cy="2093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5D82D-E298-8213-533D-43764A74C316}"/>
              </a:ext>
            </a:extLst>
          </p:cNvPr>
          <p:cNvSpPr txBox="1"/>
          <p:nvPr/>
        </p:nvSpPr>
        <p:spPr>
          <a:xfrm>
            <a:off x="4902821" y="125621"/>
            <a:ext cx="2736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System diagram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2321F9-5F0D-7EC3-BC0A-294C945EFB8B}"/>
              </a:ext>
            </a:extLst>
          </p:cNvPr>
          <p:cNvSpPr/>
          <p:nvPr/>
        </p:nvSpPr>
        <p:spPr>
          <a:xfrm>
            <a:off x="3232581" y="1005059"/>
            <a:ext cx="2068830" cy="20742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3B54D9-936A-5D4E-0DA3-3FE4C7F126C5}"/>
              </a:ext>
            </a:extLst>
          </p:cNvPr>
          <p:cNvSpPr txBox="1"/>
          <p:nvPr/>
        </p:nvSpPr>
        <p:spPr>
          <a:xfrm>
            <a:off x="3333168" y="1780550"/>
            <a:ext cx="1857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Encryption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9B95E2-90C5-923B-C3D9-5A44F178FEA5}"/>
              </a:ext>
            </a:extLst>
          </p:cNvPr>
          <p:cNvCxnSpPr>
            <a:cxnSpLocks/>
          </p:cNvCxnSpPr>
          <p:nvPr/>
        </p:nvCxnSpPr>
        <p:spPr>
          <a:xfrm>
            <a:off x="1447517" y="2219961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79A756-B871-79C1-6738-3647785CAE0A}"/>
              </a:ext>
            </a:extLst>
          </p:cNvPr>
          <p:cNvSpPr txBox="1"/>
          <p:nvPr/>
        </p:nvSpPr>
        <p:spPr>
          <a:xfrm>
            <a:off x="947727" y="2008648"/>
            <a:ext cx="42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C95D95-A434-3782-33B9-E9C06157733E}"/>
              </a:ext>
            </a:extLst>
          </p:cNvPr>
          <p:cNvCxnSpPr>
            <a:cxnSpLocks/>
          </p:cNvCxnSpPr>
          <p:nvPr/>
        </p:nvCxnSpPr>
        <p:spPr>
          <a:xfrm flipH="1">
            <a:off x="2253599" y="215909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0B67FC-12B0-9892-E497-58DEACF93BD2}"/>
              </a:ext>
            </a:extLst>
          </p:cNvPr>
          <p:cNvSpPr txBox="1"/>
          <p:nvPr/>
        </p:nvSpPr>
        <p:spPr>
          <a:xfrm>
            <a:off x="2024499" y="1857194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BEB8F4-3B58-089A-B72E-40E2A54A13F1}"/>
              </a:ext>
            </a:extLst>
          </p:cNvPr>
          <p:cNvSpPr/>
          <p:nvPr/>
        </p:nvSpPr>
        <p:spPr>
          <a:xfrm>
            <a:off x="3243289" y="3589291"/>
            <a:ext cx="2068830" cy="20742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D74DE4-1AF4-50DD-A931-7E94D6404F30}"/>
              </a:ext>
            </a:extLst>
          </p:cNvPr>
          <p:cNvSpPr txBox="1"/>
          <p:nvPr/>
        </p:nvSpPr>
        <p:spPr>
          <a:xfrm>
            <a:off x="7182497" y="4426948"/>
            <a:ext cx="42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699EED-5BB3-A69D-1BB4-E2A602BE7FE3}"/>
              </a:ext>
            </a:extLst>
          </p:cNvPr>
          <p:cNvSpPr txBox="1"/>
          <p:nvPr/>
        </p:nvSpPr>
        <p:spPr>
          <a:xfrm>
            <a:off x="3343876" y="4364782"/>
            <a:ext cx="189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Decryption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A3551D-E303-1FC0-DB20-AA35EBA38C3F}"/>
              </a:ext>
            </a:extLst>
          </p:cNvPr>
          <p:cNvSpPr txBox="1"/>
          <p:nvPr/>
        </p:nvSpPr>
        <p:spPr>
          <a:xfrm>
            <a:off x="7126113" y="1834737"/>
            <a:ext cx="45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7BA7CA5-9324-4AD3-88D6-F2CE657CFB8B}"/>
              </a:ext>
            </a:extLst>
          </p:cNvPr>
          <p:cNvCxnSpPr>
            <a:cxnSpLocks/>
          </p:cNvCxnSpPr>
          <p:nvPr/>
        </p:nvCxnSpPr>
        <p:spPr>
          <a:xfrm>
            <a:off x="5312117" y="2065021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2B98EC-94E7-3637-9775-F23F1BEA062E}"/>
              </a:ext>
            </a:extLst>
          </p:cNvPr>
          <p:cNvCxnSpPr>
            <a:cxnSpLocks/>
          </p:cNvCxnSpPr>
          <p:nvPr/>
        </p:nvCxnSpPr>
        <p:spPr>
          <a:xfrm flipH="1">
            <a:off x="6118199" y="200415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564BBD-3806-8AB7-1958-A181BFB771AA}"/>
              </a:ext>
            </a:extLst>
          </p:cNvPr>
          <p:cNvSpPr txBox="1"/>
          <p:nvPr/>
        </p:nvSpPr>
        <p:spPr>
          <a:xfrm>
            <a:off x="5889099" y="1702254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52B467-8CB1-78A7-D47B-C2DDF717D0E0}"/>
              </a:ext>
            </a:extLst>
          </p:cNvPr>
          <p:cNvCxnSpPr>
            <a:cxnSpLocks/>
          </p:cNvCxnSpPr>
          <p:nvPr/>
        </p:nvCxnSpPr>
        <p:spPr>
          <a:xfrm>
            <a:off x="5336366" y="4630053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31CB81-32F2-F097-F1B0-2A36C2845BDC}"/>
              </a:ext>
            </a:extLst>
          </p:cNvPr>
          <p:cNvCxnSpPr>
            <a:cxnSpLocks/>
          </p:cNvCxnSpPr>
          <p:nvPr/>
        </p:nvCxnSpPr>
        <p:spPr>
          <a:xfrm flipH="1">
            <a:off x="6142448" y="4569190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A8C2B1-9C10-1545-6F88-9985CC1C76CB}"/>
              </a:ext>
            </a:extLst>
          </p:cNvPr>
          <p:cNvSpPr txBox="1"/>
          <p:nvPr/>
        </p:nvSpPr>
        <p:spPr>
          <a:xfrm>
            <a:off x="5913348" y="4267286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81747C-83D5-1A1C-8000-FA899D7F031B}"/>
              </a:ext>
            </a:extLst>
          </p:cNvPr>
          <p:cNvSpPr txBox="1"/>
          <p:nvPr/>
        </p:nvSpPr>
        <p:spPr>
          <a:xfrm>
            <a:off x="825311" y="2432860"/>
            <a:ext cx="56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2673EE-F973-303C-F009-A74F048E3EAC}"/>
              </a:ext>
            </a:extLst>
          </p:cNvPr>
          <p:cNvCxnSpPr>
            <a:cxnSpLocks/>
          </p:cNvCxnSpPr>
          <p:nvPr/>
        </p:nvCxnSpPr>
        <p:spPr>
          <a:xfrm flipV="1">
            <a:off x="1476168" y="2636185"/>
            <a:ext cx="1753397" cy="1822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65DBDB-2BB2-600A-34A1-A554FFD3B61E}"/>
              </a:ext>
            </a:extLst>
          </p:cNvPr>
          <p:cNvCxnSpPr>
            <a:cxnSpLocks/>
          </p:cNvCxnSpPr>
          <p:nvPr/>
        </p:nvCxnSpPr>
        <p:spPr>
          <a:xfrm flipH="1">
            <a:off x="2282250" y="2582224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4046826-A7F2-0AB6-B15F-CC5D9591993C}"/>
              </a:ext>
            </a:extLst>
          </p:cNvPr>
          <p:cNvSpPr txBox="1"/>
          <p:nvPr/>
        </p:nvSpPr>
        <p:spPr>
          <a:xfrm>
            <a:off x="2053150" y="2275240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2744E9-7AF5-454F-C084-121B3458FB6C}"/>
              </a:ext>
            </a:extLst>
          </p:cNvPr>
          <p:cNvSpPr txBox="1"/>
          <p:nvPr/>
        </p:nvSpPr>
        <p:spPr>
          <a:xfrm>
            <a:off x="746329" y="1511067"/>
            <a:ext cx="63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nRst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51E4CA-C87A-A072-18B2-2FAE25CAD09F}"/>
              </a:ext>
            </a:extLst>
          </p:cNvPr>
          <p:cNvCxnSpPr>
            <a:cxnSpLocks/>
          </p:cNvCxnSpPr>
          <p:nvPr/>
        </p:nvCxnSpPr>
        <p:spPr>
          <a:xfrm flipV="1">
            <a:off x="1489892" y="1747838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7D781A0-AAEB-1359-1A3F-E0B7B01E6C77}"/>
              </a:ext>
            </a:extLst>
          </p:cNvPr>
          <p:cNvSpPr txBox="1"/>
          <p:nvPr/>
        </p:nvSpPr>
        <p:spPr>
          <a:xfrm>
            <a:off x="326696" y="1163070"/>
            <a:ext cx="101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Fsm_en</a:t>
            </a:r>
            <a:endParaRPr lang="en-US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5534AC1-9D74-D4B9-83C0-BFC1EC09AA9D}"/>
              </a:ext>
            </a:extLst>
          </p:cNvPr>
          <p:cNvCxnSpPr>
            <a:cxnSpLocks/>
          </p:cNvCxnSpPr>
          <p:nvPr/>
        </p:nvCxnSpPr>
        <p:spPr>
          <a:xfrm flipV="1">
            <a:off x="1468478" y="1378019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95BAF91-C930-6377-5A58-FA2E8737DE9F}"/>
              </a:ext>
            </a:extLst>
          </p:cNvPr>
          <p:cNvSpPr txBox="1"/>
          <p:nvPr/>
        </p:nvSpPr>
        <p:spPr>
          <a:xfrm>
            <a:off x="7142799" y="3723482"/>
            <a:ext cx="65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F4EE70D-89C8-EE76-D781-6700D4FFA079}"/>
              </a:ext>
            </a:extLst>
          </p:cNvPr>
          <p:cNvCxnSpPr>
            <a:cxnSpLocks/>
          </p:cNvCxnSpPr>
          <p:nvPr/>
        </p:nvCxnSpPr>
        <p:spPr>
          <a:xfrm flipV="1">
            <a:off x="5337271" y="3899415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C22A77B-A778-DCF1-23B7-4A83E3BCFF7A}"/>
              </a:ext>
            </a:extLst>
          </p:cNvPr>
          <p:cNvSpPr txBox="1"/>
          <p:nvPr/>
        </p:nvSpPr>
        <p:spPr>
          <a:xfrm>
            <a:off x="7141894" y="1174588"/>
            <a:ext cx="65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697CC23-949F-7B03-7232-234E59CC826F}"/>
              </a:ext>
            </a:extLst>
          </p:cNvPr>
          <p:cNvCxnSpPr>
            <a:cxnSpLocks/>
          </p:cNvCxnSpPr>
          <p:nvPr/>
        </p:nvCxnSpPr>
        <p:spPr>
          <a:xfrm flipV="1">
            <a:off x="5336366" y="1350521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623196EA-A390-5D21-7B80-81569DF78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87353"/>
              </p:ext>
            </p:extLst>
          </p:nvPr>
        </p:nvGraphicFramePr>
        <p:xfrm>
          <a:off x="8008405" y="465490"/>
          <a:ext cx="4027911" cy="5869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2">
                  <a:extLst>
                    <a:ext uri="{9D8B030D-6E8A-4147-A177-3AD203B41FA5}">
                      <a16:colId xmlns:a16="http://schemas.microsoft.com/office/drawing/2014/main" val="20813966"/>
                    </a:ext>
                  </a:extLst>
                </a:gridCol>
                <a:gridCol w="3011069">
                  <a:extLst>
                    <a:ext uri="{9D8B030D-6E8A-4147-A177-3AD203B41FA5}">
                      <a16:colId xmlns:a16="http://schemas.microsoft.com/office/drawing/2014/main" val="1236942386"/>
                    </a:ext>
                  </a:extLst>
                </a:gridCol>
              </a:tblGrid>
              <a:tr h="652166">
                <a:tc>
                  <a:txBody>
                    <a:bodyPr/>
                    <a:lstStyle/>
                    <a:p>
                      <a:r>
                        <a:rPr lang="en-US" dirty="0"/>
                        <a:t>Pin name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79851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Enable signal added to tell data is correct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037435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Fsm_en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Enable signal for the FSM to start the key generation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10040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nRst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Active low asynchronous reset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679742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Plain text sent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700125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key to be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907028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Clock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533147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Valid signal to tell that the data sent are valid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776281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Cipher text received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17254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BAA7F82A-9FAE-5BEE-9633-2EFB33DD8093}"/>
              </a:ext>
            </a:extLst>
          </p:cNvPr>
          <p:cNvSpPr txBox="1"/>
          <p:nvPr/>
        </p:nvSpPr>
        <p:spPr>
          <a:xfrm>
            <a:off x="825311" y="2802192"/>
            <a:ext cx="5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clk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3B85B96-223A-3283-B381-C471A3DDF440}"/>
              </a:ext>
            </a:extLst>
          </p:cNvPr>
          <p:cNvCxnSpPr>
            <a:cxnSpLocks/>
          </p:cNvCxnSpPr>
          <p:nvPr/>
        </p:nvCxnSpPr>
        <p:spPr>
          <a:xfrm flipV="1">
            <a:off x="1462437" y="3014555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05FCBE5-261E-82E2-3D56-590FFE816D59}"/>
              </a:ext>
            </a:extLst>
          </p:cNvPr>
          <p:cNvSpPr txBox="1"/>
          <p:nvPr/>
        </p:nvSpPr>
        <p:spPr>
          <a:xfrm>
            <a:off x="534390" y="852311"/>
            <a:ext cx="86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EEC5416-549F-628A-8004-2F988AECD2BC}"/>
              </a:ext>
            </a:extLst>
          </p:cNvPr>
          <p:cNvCxnSpPr>
            <a:cxnSpLocks/>
          </p:cNvCxnSpPr>
          <p:nvPr/>
        </p:nvCxnSpPr>
        <p:spPr>
          <a:xfrm flipV="1">
            <a:off x="1473186" y="1047891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A4D1B5F-4062-C253-AFB1-310E517147C8}"/>
              </a:ext>
            </a:extLst>
          </p:cNvPr>
          <p:cNvCxnSpPr>
            <a:cxnSpLocks/>
          </p:cNvCxnSpPr>
          <p:nvPr/>
        </p:nvCxnSpPr>
        <p:spPr>
          <a:xfrm>
            <a:off x="1445297" y="4813908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659FF9F-3467-878A-90A4-5F36E3E076B5}"/>
              </a:ext>
            </a:extLst>
          </p:cNvPr>
          <p:cNvSpPr txBox="1"/>
          <p:nvPr/>
        </p:nvSpPr>
        <p:spPr>
          <a:xfrm>
            <a:off x="868613" y="4602595"/>
            <a:ext cx="50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B975DE4-0958-15A1-5E5F-8E3F4FBB2EF2}"/>
              </a:ext>
            </a:extLst>
          </p:cNvPr>
          <p:cNvCxnSpPr>
            <a:cxnSpLocks/>
          </p:cNvCxnSpPr>
          <p:nvPr/>
        </p:nvCxnSpPr>
        <p:spPr>
          <a:xfrm flipH="1">
            <a:off x="2251379" y="4753045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26B03BC6-1D64-E40C-D542-3D007898B120}"/>
              </a:ext>
            </a:extLst>
          </p:cNvPr>
          <p:cNvSpPr txBox="1"/>
          <p:nvPr/>
        </p:nvSpPr>
        <p:spPr>
          <a:xfrm>
            <a:off x="2022279" y="4451141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2AF135A-33B4-0717-9681-E6BD4EFDEA6B}"/>
              </a:ext>
            </a:extLst>
          </p:cNvPr>
          <p:cNvSpPr txBox="1"/>
          <p:nvPr/>
        </p:nvSpPr>
        <p:spPr>
          <a:xfrm>
            <a:off x="823091" y="5026807"/>
            <a:ext cx="56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5D8D7C8-0B4C-6E54-3263-8B517E7406D0}"/>
              </a:ext>
            </a:extLst>
          </p:cNvPr>
          <p:cNvCxnSpPr>
            <a:cxnSpLocks/>
          </p:cNvCxnSpPr>
          <p:nvPr/>
        </p:nvCxnSpPr>
        <p:spPr>
          <a:xfrm flipV="1">
            <a:off x="1473948" y="5230132"/>
            <a:ext cx="1753397" cy="1822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13FE700-6F27-59E3-ABC8-05C1C714DB21}"/>
              </a:ext>
            </a:extLst>
          </p:cNvPr>
          <p:cNvCxnSpPr>
            <a:cxnSpLocks/>
          </p:cNvCxnSpPr>
          <p:nvPr/>
        </p:nvCxnSpPr>
        <p:spPr>
          <a:xfrm flipH="1">
            <a:off x="2280030" y="5176171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554FF0A-D97E-75B6-925A-9E1C45E16C16}"/>
              </a:ext>
            </a:extLst>
          </p:cNvPr>
          <p:cNvSpPr txBox="1"/>
          <p:nvPr/>
        </p:nvSpPr>
        <p:spPr>
          <a:xfrm>
            <a:off x="2050930" y="4869187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62FA219-3B87-4971-EE66-0C474A2FE379}"/>
              </a:ext>
            </a:extLst>
          </p:cNvPr>
          <p:cNvSpPr txBox="1"/>
          <p:nvPr/>
        </p:nvSpPr>
        <p:spPr>
          <a:xfrm>
            <a:off x="744109" y="4105014"/>
            <a:ext cx="63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nRst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9BC11C2-58F1-A0D4-D6F4-AB3993B93A87}"/>
              </a:ext>
            </a:extLst>
          </p:cNvPr>
          <p:cNvCxnSpPr>
            <a:cxnSpLocks/>
          </p:cNvCxnSpPr>
          <p:nvPr/>
        </p:nvCxnSpPr>
        <p:spPr>
          <a:xfrm flipV="1">
            <a:off x="1487672" y="4341785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D7935810-3CD9-1B5D-84EF-4BBC21AC4944}"/>
              </a:ext>
            </a:extLst>
          </p:cNvPr>
          <p:cNvSpPr txBox="1"/>
          <p:nvPr/>
        </p:nvSpPr>
        <p:spPr>
          <a:xfrm>
            <a:off x="381001" y="3757017"/>
            <a:ext cx="960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Fsm_en</a:t>
            </a:r>
            <a:endParaRPr lang="en-US" dirty="0"/>
          </a:p>
          <a:p>
            <a:endParaRPr lang="en-US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F2EB59D-2B0A-5158-C666-4B45DE5D62D6}"/>
              </a:ext>
            </a:extLst>
          </p:cNvPr>
          <p:cNvCxnSpPr>
            <a:cxnSpLocks/>
          </p:cNvCxnSpPr>
          <p:nvPr/>
        </p:nvCxnSpPr>
        <p:spPr>
          <a:xfrm flipV="1">
            <a:off x="1478958" y="3971966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DAE550F0-E327-3BA8-32CC-375A3B959978}"/>
              </a:ext>
            </a:extLst>
          </p:cNvPr>
          <p:cNvSpPr txBox="1"/>
          <p:nvPr/>
        </p:nvSpPr>
        <p:spPr>
          <a:xfrm>
            <a:off x="823091" y="5396139"/>
            <a:ext cx="5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clk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2E4DAF5-26F4-5C25-1965-329D02430345}"/>
              </a:ext>
            </a:extLst>
          </p:cNvPr>
          <p:cNvCxnSpPr>
            <a:cxnSpLocks/>
          </p:cNvCxnSpPr>
          <p:nvPr/>
        </p:nvCxnSpPr>
        <p:spPr>
          <a:xfrm flipV="1">
            <a:off x="1472917" y="5608502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3531EA6-1E56-9E60-1567-4A67E431DDA9}"/>
              </a:ext>
            </a:extLst>
          </p:cNvPr>
          <p:cNvSpPr txBox="1"/>
          <p:nvPr/>
        </p:nvSpPr>
        <p:spPr>
          <a:xfrm>
            <a:off x="532170" y="3446258"/>
            <a:ext cx="86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1572095-7321-91CB-423A-D504D97239A1}"/>
              </a:ext>
            </a:extLst>
          </p:cNvPr>
          <p:cNvCxnSpPr>
            <a:cxnSpLocks/>
          </p:cNvCxnSpPr>
          <p:nvPr/>
        </p:nvCxnSpPr>
        <p:spPr>
          <a:xfrm flipV="1">
            <a:off x="1470966" y="3641838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2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AC5E-4618-9E87-FFD2-CEB5EDC9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28780-95E4-405D-D81E-B87255B5B132}"/>
              </a:ext>
            </a:extLst>
          </p:cNvPr>
          <p:cNvSpPr txBox="1"/>
          <p:nvPr/>
        </p:nvSpPr>
        <p:spPr>
          <a:xfrm>
            <a:off x="5148144" y="113285"/>
            <a:ext cx="1857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Encryption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735EE-7B9C-1E2B-51D3-472D7EDB7B83}"/>
              </a:ext>
            </a:extLst>
          </p:cNvPr>
          <p:cNvSpPr/>
          <p:nvPr/>
        </p:nvSpPr>
        <p:spPr>
          <a:xfrm>
            <a:off x="1595599" y="5246028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0557D6-83D0-1313-06B2-496B0CDDF3F0}"/>
              </a:ext>
            </a:extLst>
          </p:cNvPr>
          <p:cNvGrpSpPr/>
          <p:nvPr/>
        </p:nvGrpSpPr>
        <p:grpSpPr>
          <a:xfrm>
            <a:off x="1595599" y="1039669"/>
            <a:ext cx="2068830" cy="2633424"/>
            <a:chOff x="1108710" y="588407"/>
            <a:chExt cx="2068830" cy="26334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922568-E006-38C5-1B17-C1F32F6A7A9B}"/>
                </a:ext>
              </a:extLst>
            </p:cNvPr>
            <p:cNvSpPr/>
            <p:nvPr/>
          </p:nvSpPr>
          <p:spPr>
            <a:xfrm>
              <a:off x="1108710" y="604361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9954839-48B8-D7AE-0C70-86331CD44E26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2143125" y="1032986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22E381-FF2D-E5EA-DBA9-2ED7A6B251C2}"/>
                </a:ext>
              </a:extLst>
            </p:cNvPr>
            <p:cNvSpPr/>
            <p:nvPr/>
          </p:nvSpPr>
          <p:spPr>
            <a:xfrm>
              <a:off x="1108710" y="1913096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7F1E621-3D7B-0851-582F-7ADE0724EA7A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2143125" y="2341721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564F70-802D-BA0C-C726-658AF7542595}"/>
                </a:ext>
              </a:extLst>
            </p:cNvPr>
            <p:cNvSpPr/>
            <p:nvPr/>
          </p:nvSpPr>
          <p:spPr>
            <a:xfrm>
              <a:off x="1788797" y="818673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9C2284-674A-DB50-27CD-3D6165515C63}"/>
                </a:ext>
              </a:extLst>
            </p:cNvPr>
            <p:cNvSpPr txBox="1"/>
            <p:nvPr/>
          </p:nvSpPr>
          <p:spPr>
            <a:xfrm>
              <a:off x="1880872" y="588407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D85895-1887-0C7A-497A-8348B62F9E8C}"/>
                </a:ext>
              </a:extLst>
            </p:cNvPr>
            <p:cNvSpPr txBox="1"/>
            <p:nvPr/>
          </p:nvSpPr>
          <p:spPr>
            <a:xfrm>
              <a:off x="1848484" y="771762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B59C1B-62F4-58C0-96CD-91635520ED74}"/>
                </a:ext>
              </a:extLst>
            </p:cNvPr>
            <p:cNvSpPr/>
            <p:nvPr/>
          </p:nvSpPr>
          <p:spPr>
            <a:xfrm>
              <a:off x="1788797" y="2122407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9433CE-5D1F-B70A-4B65-46B0C44258FB}"/>
                </a:ext>
              </a:extLst>
            </p:cNvPr>
            <p:cNvSpPr txBox="1"/>
            <p:nvPr/>
          </p:nvSpPr>
          <p:spPr>
            <a:xfrm>
              <a:off x="1880872" y="1892141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906170-A4F9-7EA3-1A84-9727BDD6D331}"/>
                </a:ext>
              </a:extLst>
            </p:cNvPr>
            <p:cNvSpPr txBox="1"/>
            <p:nvPr/>
          </p:nvSpPr>
          <p:spPr>
            <a:xfrm>
              <a:off x="1848484" y="2075496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9C5D7A9-A7B2-D493-45FD-094825363800}"/>
              </a:ext>
            </a:extLst>
          </p:cNvPr>
          <p:cNvSpPr/>
          <p:nvPr/>
        </p:nvSpPr>
        <p:spPr>
          <a:xfrm>
            <a:off x="2275686" y="5476294"/>
            <a:ext cx="708655" cy="152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3A4127-0BCC-C9EC-015D-63A0566AB9F2}"/>
              </a:ext>
            </a:extLst>
          </p:cNvPr>
          <p:cNvSpPr txBox="1"/>
          <p:nvPr/>
        </p:nvSpPr>
        <p:spPr>
          <a:xfrm>
            <a:off x="2367761" y="5246028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Comb.</a:t>
            </a:r>
            <a:endParaRPr lang="en-US" sz="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E65852-E1DB-E8FA-C62E-9F75A806947E}"/>
              </a:ext>
            </a:extLst>
          </p:cNvPr>
          <p:cNvSpPr txBox="1"/>
          <p:nvPr/>
        </p:nvSpPr>
        <p:spPr>
          <a:xfrm>
            <a:off x="2335373" y="5429383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128 reg</a:t>
            </a:r>
            <a:endParaRPr lang="en-US" sz="5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848212-F143-8764-65E6-13B774F41ED4}"/>
              </a:ext>
            </a:extLst>
          </p:cNvPr>
          <p:cNvCxnSpPr>
            <a:cxnSpLocks/>
          </p:cNvCxnSpPr>
          <p:nvPr/>
        </p:nvCxnSpPr>
        <p:spPr>
          <a:xfrm>
            <a:off x="2630012" y="378477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7256655-3200-1C7E-6221-ED427DE01EDF}"/>
              </a:ext>
            </a:extLst>
          </p:cNvPr>
          <p:cNvSpPr txBox="1"/>
          <p:nvPr/>
        </p:nvSpPr>
        <p:spPr>
          <a:xfrm>
            <a:off x="3093436" y="108526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C9353C-EB54-9F39-8F84-3992D4871E38}"/>
              </a:ext>
            </a:extLst>
          </p:cNvPr>
          <p:cNvSpPr txBox="1"/>
          <p:nvPr/>
        </p:nvSpPr>
        <p:spPr>
          <a:xfrm>
            <a:off x="3096355" y="240674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D93EAB-84EE-15B5-B204-8F9FFD1B9B92}"/>
              </a:ext>
            </a:extLst>
          </p:cNvPr>
          <p:cNvSpPr txBox="1"/>
          <p:nvPr/>
        </p:nvSpPr>
        <p:spPr>
          <a:xfrm>
            <a:off x="3084780" y="532724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48EEB4C4-1C55-42BC-917C-9251CA59C8E0}"/>
              </a:ext>
            </a:extLst>
          </p:cNvPr>
          <p:cNvSpPr/>
          <p:nvPr/>
        </p:nvSpPr>
        <p:spPr>
          <a:xfrm>
            <a:off x="7636351" y="1055623"/>
            <a:ext cx="2185034" cy="2185034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E86935-EE43-C374-BF84-218340338EDC}"/>
              </a:ext>
            </a:extLst>
          </p:cNvPr>
          <p:cNvSpPr txBox="1"/>
          <p:nvPr/>
        </p:nvSpPr>
        <p:spPr>
          <a:xfrm>
            <a:off x="7943583" y="1992921"/>
            <a:ext cx="1587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Generator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EF6F21E-1205-0F7D-4EE2-EF29D72C007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648447" y="705849"/>
            <a:ext cx="0" cy="333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BA38BD-F24D-CFE4-DCA2-3A6DF0B25CF1}"/>
              </a:ext>
            </a:extLst>
          </p:cNvPr>
          <p:cNvCxnSpPr/>
          <p:nvPr/>
        </p:nvCxnSpPr>
        <p:spPr>
          <a:xfrm>
            <a:off x="2630012" y="5686916"/>
            <a:ext cx="1" cy="327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C2525F-9AF3-F3F5-1A0B-D6556EC2A8A8}"/>
              </a:ext>
            </a:extLst>
          </p:cNvPr>
          <p:cNvSpPr txBox="1"/>
          <p:nvPr/>
        </p:nvSpPr>
        <p:spPr>
          <a:xfrm>
            <a:off x="2436209" y="348516"/>
            <a:ext cx="42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DD41AE7-F8D4-1CAA-C398-2164BD8920CF}"/>
              </a:ext>
            </a:extLst>
          </p:cNvPr>
          <p:cNvSpPr txBox="1"/>
          <p:nvPr/>
        </p:nvSpPr>
        <p:spPr>
          <a:xfrm>
            <a:off x="2399234" y="6025378"/>
            <a:ext cx="4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347F00A-9E57-E54B-8D7B-D88235BB4DB4}"/>
              </a:ext>
            </a:extLst>
          </p:cNvPr>
          <p:cNvCxnSpPr>
            <a:cxnSpLocks/>
          </p:cNvCxnSpPr>
          <p:nvPr/>
        </p:nvCxnSpPr>
        <p:spPr>
          <a:xfrm flipH="1">
            <a:off x="7178040" y="2160157"/>
            <a:ext cx="458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C1B779F-95D9-5893-13BA-26DF653190F9}"/>
              </a:ext>
            </a:extLst>
          </p:cNvPr>
          <p:cNvSpPr txBox="1"/>
          <p:nvPr/>
        </p:nvSpPr>
        <p:spPr>
          <a:xfrm>
            <a:off x="5425828" y="1147024"/>
            <a:ext cx="504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0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2E3DB8A-BADC-085F-4D2C-9FA6AC2871A6}"/>
              </a:ext>
            </a:extLst>
          </p:cNvPr>
          <p:cNvCxnSpPr>
            <a:cxnSpLocks/>
            <a:stCxn id="25" idx="1"/>
            <a:endCxn id="4" idx="3"/>
          </p:cNvCxnSpPr>
          <p:nvPr/>
        </p:nvCxnSpPr>
        <p:spPr>
          <a:xfrm flipH="1">
            <a:off x="3664429" y="1269935"/>
            <a:ext cx="95154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F1B15E9-9041-93F5-1621-0CA6C7E560AA}"/>
              </a:ext>
            </a:extLst>
          </p:cNvPr>
          <p:cNvCxnSpPr>
            <a:cxnSpLocks/>
            <a:stCxn id="58" idx="1"/>
            <a:endCxn id="9" idx="3"/>
          </p:cNvCxnSpPr>
          <p:nvPr/>
        </p:nvCxnSpPr>
        <p:spPr>
          <a:xfrm flipH="1">
            <a:off x="3664429" y="2569399"/>
            <a:ext cx="966256" cy="9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FD2A02E-3B41-257F-05E6-87A3A23714B2}"/>
              </a:ext>
            </a:extLst>
          </p:cNvPr>
          <p:cNvCxnSpPr>
            <a:cxnSpLocks/>
            <a:stCxn id="76" idx="1"/>
            <a:endCxn id="7" idx="3"/>
          </p:cNvCxnSpPr>
          <p:nvPr/>
        </p:nvCxnSpPr>
        <p:spPr>
          <a:xfrm flipH="1">
            <a:off x="3664429" y="5451442"/>
            <a:ext cx="951546" cy="8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F6E101-2307-33DC-4C45-88C40A2559B2}"/>
              </a:ext>
            </a:extLst>
          </p:cNvPr>
          <p:cNvCxnSpPr>
            <a:cxnSpLocks/>
          </p:cNvCxnSpPr>
          <p:nvPr/>
        </p:nvCxnSpPr>
        <p:spPr>
          <a:xfrm>
            <a:off x="1825498" y="698009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E6835A-FCBD-D1E4-B612-0F0D93A9A56F}"/>
              </a:ext>
            </a:extLst>
          </p:cNvPr>
          <p:cNvSpPr txBox="1"/>
          <p:nvPr/>
        </p:nvSpPr>
        <p:spPr>
          <a:xfrm>
            <a:off x="1497908" y="29206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F9A0206-13F3-54A8-BEC1-51E502651241}"/>
              </a:ext>
            </a:extLst>
          </p:cNvPr>
          <p:cNvCxnSpPr>
            <a:cxnSpLocks/>
          </p:cNvCxnSpPr>
          <p:nvPr/>
        </p:nvCxnSpPr>
        <p:spPr>
          <a:xfrm>
            <a:off x="1812165" y="1595501"/>
            <a:ext cx="0" cy="71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C620C0A-74CB-1D1E-7DAC-5982563DBAE4}"/>
              </a:ext>
            </a:extLst>
          </p:cNvPr>
          <p:cNvCxnSpPr>
            <a:cxnSpLocks/>
          </p:cNvCxnSpPr>
          <p:nvPr/>
        </p:nvCxnSpPr>
        <p:spPr>
          <a:xfrm>
            <a:off x="1812165" y="2792983"/>
            <a:ext cx="0" cy="88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AD61030-EBEC-E0C4-411B-7CC9A310B2E8}"/>
              </a:ext>
            </a:extLst>
          </p:cNvPr>
          <p:cNvCxnSpPr>
            <a:cxnSpLocks/>
          </p:cNvCxnSpPr>
          <p:nvPr/>
        </p:nvCxnSpPr>
        <p:spPr>
          <a:xfrm>
            <a:off x="1791383" y="5696576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FF4AEC0-C598-6E01-FFDB-0D9B30FBBFB5}"/>
              </a:ext>
            </a:extLst>
          </p:cNvPr>
          <p:cNvSpPr txBox="1"/>
          <p:nvPr/>
        </p:nvSpPr>
        <p:spPr>
          <a:xfrm>
            <a:off x="1463793" y="6026766"/>
            <a:ext cx="65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BAC103F-D4D0-3017-5ECD-354685064C26}"/>
              </a:ext>
            </a:extLst>
          </p:cNvPr>
          <p:cNvCxnSpPr>
            <a:cxnSpLocks/>
          </p:cNvCxnSpPr>
          <p:nvPr/>
        </p:nvCxnSpPr>
        <p:spPr>
          <a:xfrm>
            <a:off x="8734298" y="698009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1732891-9F7C-79F3-8EFB-F817BA23CB08}"/>
              </a:ext>
            </a:extLst>
          </p:cNvPr>
          <p:cNvSpPr txBox="1"/>
          <p:nvPr/>
        </p:nvSpPr>
        <p:spPr>
          <a:xfrm>
            <a:off x="8517732" y="27809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D17413-988A-3874-F0C1-E166EACD958C}"/>
              </a:ext>
            </a:extLst>
          </p:cNvPr>
          <p:cNvCxnSpPr>
            <a:cxnSpLocks/>
          </p:cNvCxnSpPr>
          <p:nvPr/>
        </p:nvCxnSpPr>
        <p:spPr>
          <a:xfrm>
            <a:off x="1814068" y="377334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69794A8-3760-21B1-5673-7C2B614369EA}"/>
              </a:ext>
            </a:extLst>
          </p:cNvPr>
          <p:cNvSpPr/>
          <p:nvPr/>
        </p:nvSpPr>
        <p:spPr>
          <a:xfrm>
            <a:off x="4615975" y="1055622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87EABD-E061-311D-3D31-C5386639DDD7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V="1">
            <a:off x="6492321" y="1462420"/>
            <a:ext cx="87820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1BE83BE-E2AA-4E7F-C27D-89F42DD703FC}"/>
              </a:ext>
            </a:extLst>
          </p:cNvPr>
          <p:cNvSpPr txBox="1"/>
          <p:nvPr/>
        </p:nvSpPr>
        <p:spPr>
          <a:xfrm>
            <a:off x="5434713" y="2451713"/>
            <a:ext cx="504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67DB94-C0BA-DD79-0C1F-F2D973F6D374}"/>
              </a:ext>
            </a:extLst>
          </p:cNvPr>
          <p:cNvSpPr/>
          <p:nvPr/>
        </p:nvSpPr>
        <p:spPr>
          <a:xfrm>
            <a:off x="4630685" y="2355086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36">
            <a:extLst>
              <a:ext uri="{FF2B5EF4-FFF2-40B4-BE49-F238E27FC236}">
                <a16:creationId xmlns:a16="http://schemas.microsoft.com/office/drawing/2014/main" id="{C89DD034-8225-22F9-9EEE-B6139B8B4890}"/>
              </a:ext>
            </a:extLst>
          </p:cNvPr>
          <p:cNvCxnSpPr>
            <a:cxnSpLocks/>
            <a:endCxn id="58" idx="3"/>
          </p:cNvCxnSpPr>
          <p:nvPr/>
        </p:nvCxnSpPr>
        <p:spPr>
          <a:xfrm rot="10800000" flipV="1">
            <a:off x="6699516" y="2148139"/>
            <a:ext cx="478525" cy="4212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BC38988C-CDA1-DB70-AA37-F00A7464E864}"/>
              </a:ext>
            </a:extLst>
          </p:cNvPr>
          <p:cNvSpPr/>
          <p:nvPr/>
        </p:nvSpPr>
        <p:spPr>
          <a:xfrm>
            <a:off x="4615975" y="5237129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36">
            <a:extLst>
              <a:ext uri="{FF2B5EF4-FFF2-40B4-BE49-F238E27FC236}">
                <a16:creationId xmlns:a16="http://schemas.microsoft.com/office/drawing/2014/main" id="{07EA1D3E-9190-028A-B079-1033AB95F5A9}"/>
              </a:ext>
            </a:extLst>
          </p:cNvPr>
          <p:cNvCxnSpPr>
            <a:cxnSpLocks/>
            <a:endCxn id="76" idx="3"/>
          </p:cNvCxnSpPr>
          <p:nvPr/>
        </p:nvCxnSpPr>
        <p:spPr>
          <a:xfrm rot="5400000">
            <a:off x="5285781" y="3559182"/>
            <a:ext cx="329128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DBA9D78-D104-15CB-3074-A86CE453BCEA}"/>
              </a:ext>
            </a:extLst>
          </p:cNvPr>
          <p:cNvSpPr txBox="1"/>
          <p:nvPr/>
        </p:nvSpPr>
        <p:spPr>
          <a:xfrm>
            <a:off x="5425827" y="5328145"/>
            <a:ext cx="5709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10</a:t>
            </a:r>
          </a:p>
        </p:txBody>
      </p:sp>
    </p:spTree>
    <p:extLst>
      <p:ext uri="{BB962C8B-B14F-4D97-AF65-F5344CB8AC3E}">
        <p14:creationId xmlns:p14="http://schemas.microsoft.com/office/powerpoint/2010/main" val="229549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B9E06-54B3-9AE3-C8FD-0ECEDCC0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3CC4EC-2C46-2EB9-47B1-AC89004A69FA}"/>
              </a:ext>
            </a:extLst>
          </p:cNvPr>
          <p:cNvSpPr/>
          <p:nvPr/>
        </p:nvSpPr>
        <p:spPr>
          <a:xfrm>
            <a:off x="1595599" y="5246028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F7B0F1-0679-05C5-2F50-81241AEF9F65}"/>
              </a:ext>
            </a:extLst>
          </p:cNvPr>
          <p:cNvGrpSpPr/>
          <p:nvPr/>
        </p:nvGrpSpPr>
        <p:grpSpPr>
          <a:xfrm>
            <a:off x="1595599" y="1039669"/>
            <a:ext cx="2068830" cy="2633424"/>
            <a:chOff x="1108710" y="588407"/>
            <a:chExt cx="2068830" cy="26334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3633CF-DCCF-7522-6E19-BE852A45405B}"/>
                </a:ext>
              </a:extLst>
            </p:cNvPr>
            <p:cNvSpPr/>
            <p:nvPr/>
          </p:nvSpPr>
          <p:spPr>
            <a:xfrm>
              <a:off x="1108710" y="604361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8B6FC91-98BE-8A34-BC9E-A96F8115347D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2143125" y="1032986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5650A8-45B7-D141-56B0-B6F61BF0EEAC}"/>
                </a:ext>
              </a:extLst>
            </p:cNvPr>
            <p:cNvSpPr/>
            <p:nvPr/>
          </p:nvSpPr>
          <p:spPr>
            <a:xfrm>
              <a:off x="1108710" y="1913096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2834510-00E2-ADED-0D1D-89E6AD544D57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2143125" y="2341721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4AF189-B67B-AB66-F498-2269E0982432}"/>
                </a:ext>
              </a:extLst>
            </p:cNvPr>
            <p:cNvSpPr/>
            <p:nvPr/>
          </p:nvSpPr>
          <p:spPr>
            <a:xfrm>
              <a:off x="1788797" y="818673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89D08F-4A63-3DEC-B6AA-AD3FCD45FF30}"/>
                </a:ext>
              </a:extLst>
            </p:cNvPr>
            <p:cNvSpPr txBox="1"/>
            <p:nvPr/>
          </p:nvSpPr>
          <p:spPr>
            <a:xfrm>
              <a:off x="1880872" y="588407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002416-4B0C-03F5-E283-26B1D814CF30}"/>
                </a:ext>
              </a:extLst>
            </p:cNvPr>
            <p:cNvSpPr txBox="1"/>
            <p:nvPr/>
          </p:nvSpPr>
          <p:spPr>
            <a:xfrm>
              <a:off x="1848484" y="771762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769180-C8E3-4567-E263-F1F97B0C76BE}"/>
                </a:ext>
              </a:extLst>
            </p:cNvPr>
            <p:cNvSpPr/>
            <p:nvPr/>
          </p:nvSpPr>
          <p:spPr>
            <a:xfrm>
              <a:off x="1788797" y="2122407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8C90F7-10DC-535E-5D2E-9DBB7EA6A21B}"/>
                </a:ext>
              </a:extLst>
            </p:cNvPr>
            <p:cNvSpPr txBox="1"/>
            <p:nvPr/>
          </p:nvSpPr>
          <p:spPr>
            <a:xfrm>
              <a:off x="1880872" y="1892141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6C07D3-23E9-6BE3-40FA-542962F0E692}"/>
                </a:ext>
              </a:extLst>
            </p:cNvPr>
            <p:cNvSpPr txBox="1"/>
            <p:nvPr/>
          </p:nvSpPr>
          <p:spPr>
            <a:xfrm>
              <a:off x="1848484" y="2075496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26E5F-D978-C04C-2911-CFB00FEA7E83}"/>
              </a:ext>
            </a:extLst>
          </p:cNvPr>
          <p:cNvSpPr/>
          <p:nvPr/>
        </p:nvSpPr>
        <p:spPr>
          <a:xfrm>
            <a:off x="2275686" y="5476294"/>
            <a:ext cx="708655" cy="152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12B500-C2DC-CDE6-0552-18E616DE91F4}"/>
              </a:ext>
            </a:extLst>
          </p:cNvPr>
          <p:cNvSpPr txBox="1"/>
          <p:nvPr/>
        </p:nvSpPr>
        <p:spPr>
          <a:xfrm>
            <a:off x="2367761" y="5246028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Comb.</a:t>
            </a:r>
            <a:endParaRPr lang="en-US" sz="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DAD5D-FF0B-803E-7E0A-D814BCDD7740}"/>
              </a:ext>
            </a:extLst>
          </p:cNvPr>
          <p:cNvSpPr txBox="1"/>
          <p:nvPr/>
        </p:nvSpPr>
        <p:spPr>
          <a:xfrm>
            <a:off x="2335373" y="5429383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128 reg</a:t>
            </a:r>
            <a:endParaRPr lang="en-US" sz="5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C62584-33A4-D7E4-DCDC-CD91EE51F563}"/>
              </a:ext>
            </a:extLst>
          </p:cNvPr>
          <p:cNvCxnSpPr>
            <a:cxnSpLocks/>
          </p:cNvCxnSpPr>
          <p:nvPr/>
        </p:nvCxnSpPr>
        <p:spPr>
          <a:xfrm>
            <a:off x="2630012" y="378477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AA7050-AA97-9113-053D-F878D526EDDC}"/>
              </a:ext>
            </a:extLst>
          </p:cNvPr>
          <p:cNvSpPr txBox="1"/>
          <p:nvPr/>
        </p:nvSpPr>
        <p:spPr>
          <a:xfrm>
            <a:off x="3093436" y="108526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311A7F-08DB-830D-16AE-1261B86D13D8}"/>
              </a:ext>
            </a:extLst>
          </p:cNvPr>
          <p:cNvSpPr txBox="1"/>
          <p:nvPr/>
        </p:nvSpPr>
        <p:spPr>
          <a:xfrm>
            <a:off x="3096355" y="240674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8991C4-D48B-65FE-2469-562B62863011}"/>
              </a:ext>
            </a:extLst>
          </p:cNvPr>
          <p:cNvSpPr txBox="1"/>
          <p:nvPr/>
        </p:nvSpPr>
        <p:spPr>
          <a:xfrm>
            <a:off x="3127723" y="53227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BB85392B-AD83-8FFC-AF2D-C8AABFEABAC0}"/>
              </a:ext>
            </a:extLst>
          </p:cNvPr>
          <p:cNvSpPr/>
          <p:nvPr/>
        </p:nvSpPr>
        <p:spPr>
          <a:xfrm>
            <a:off x="7636351" y="1055623"/>
            <a:ext cx="2185034" cy="2185034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A2AB6F-5944-D32F-8CA5-47D9F633AD52}"/>
              </a:ext>
            </a:extLst>
          </p:cNvPr>
          <p:cNvSpPr txBox="1"/>
          <p:nvPr/>
        </p:nvSpPr>
        <p:spPr>
          <a:xfrm>
            <a:off x="7947192" y="1997879"/>
            <a:ext cx="1587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Generator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8AEA08A-E97C-2916-BE5D-9FAB24F4C778}"/>
              </a:ext>
            </a:extLst>
          </p:cNvPr>
          <p:cNvCxnSpPr>
            <a:cxnSpLocks/>
            <a:stCxn id="91" idx="2"/>
            <a:endCxn id="12" idx="0"/>
          </p:cNvCxnSpPr>
          <p:nvPr/>
        </p:nvCxnSpPr>
        <p:spPr>
          <a:xfrm>
            <a:off x="2648447" y="723794"/>
            <a:ext cx="0" cy="315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DBC8157-6F3C-7662-1083-2242AEDF718F}"/>
              </a:ext>
            </a:extLst>
          </p:cNvPr>
          <p:cNvCxnSpPr/>
          <p:nvPr/>
        </p:nvCxnSpPr>
        <p:spPr>
          <a:xfrm>
            <a:off x="2630012" y="5686916"/>
            <a:ext cx="1" cy="327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62C2FC2-EA06-7C79-1C1F-8BBD9A1331AC}"/>
              </a:ext>
            </a:extLst>
          </p:cNvPr>
          <p:cNvSpPr txBox="1"/>
          <p:nvPr/>
        </p:nvSpPr>
        <p:spPr>
          <a:xfrm>
            <a:off x="2422872" y="354462"/>
            <a:ext cx="4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A2AB6B0-8800-2A6A-B7AA-56737A74A593}"/>
              </a:ext>
            </a:extLst>
          </p:cNvPr>
          <p:cNvSpPr txBox="1"/>
          <p:nvPr/>
        </p:nvSpPr>
        <p:spPr>
          <a:xfrm>
            <a:off x="2399234" y="6025378"/>
            <a:ext cx="42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8351B61-BB8B-9D02-834A-917C9245A0FE}"/>
              </a:ext>
            </a:extLst>
          </p:cNvPr>
          <p:cNvCxnSpPr>
            <a:cxnSpLocks/>
          </p:cNvCxnSpPr>
          <p:nvPr/>
        </p:nvCxnSpPr>
        <p:spPr>
          <a:xfrm flipH="1">
            <a:off x="7178040" y="2160157"/>
            <a:ext cx="458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B0709A7-E744-CA5C-9076-EEB392F372EB}"/>
              </a:ext>
            </a:extLst>
          </p:cNvPr>
          <p:cNvSpPr txBox="1"/>
          <p:nvPr/>
        </p:nvSpPr>
        <p:spPr>
          <a:xfrm>
            <a:off x="5148144" y="113285"/>
            <a:ext cx="1895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Decryption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155083-19D1-2A70-B97C-D8D29ED617F5}"/>
              </a:ext>
            </a:extLst>
          </p:cNvPr>
          <p:cNvCxnSpPr>
            <a:cxnSpLocks/>
          </p:cNvCxnSpPr>
          <p:nvPr/>
        </p:nvCxnSpPr>
        <p:spPr>
          <a:xfrm>
            <a:off x="1825360" y="697891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2021CA-B706-F3A0-4526-FE9FABCBD9B7}"/>
              </a:ext>
            </a:extLst>
          </p:cNvPr>
          <p:cNvSpPr txBox="1"/>
          <p:nvPr/>
        </p:nvSpPr>
        <p:spPr>
          <a:xfrm>
            <a:off x="1497770" y="29182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327621-5A2A-AFC2-7153-A91CAF1E0DE7}"/>
              </a:ext>
            </a:extLst>
          </p:cNvPr>
          <p:cNvCxnSpPr>
            <a:cxnSpLocks/>
          </p:cNvCxnSpPr>
          <p:nvPr/>
        </p:nvCxnSpPr>
        <p:spPr>
          <a:xfrm>
            <a:off x="1812027" y="1595383"/>
            <a:ext cx="0" cy="71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127E56-6B1C-9E6E-F282-E829B7E61D4D}"/>
              </a:ext>
            </a:extLst>
          </p:cNvPr>
          <p:cNvCxnSpPr>
            <a:cxnSpLocks/>
          </p:cNvCxnSpPr>
          <p:nvPr/>
        </p:nvCxnSpPr>
        <p:spPr>
          <a:xfrm>
            <a:off x="1812027" y="2792865"/>
            <a:ext cx="0" cy="88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550150-C57C-80AC-9CE5-DE099E6D167A}"/>
              </a:ext>
            </a:extLst>
          </p:cNvPr>
          <p:cNvCxnSpPr>
            <a:cxnSpLocks/>
          </p:cNvCxnSpPr>
          <p:nvPr/>
        </p:nvCxnSpPr>
        <p:spPr>
          <a:xfrm>
            <a:off x="1791245" y="5696458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80D253-44C1-9E6E-2569-42466ABD750D}"/>
              </a:ext>
            </a:extLst>
          </p:cNvPr>
          <p:cNvSpPr txBox="1"/>
          <p:nvPr/>
        </p:nvSpPr>
        <p:spPr>
          <a:xfrm>
            <a:off x="1463655" y="6025378"/>
            <a:ext cx="65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AF7242-3494-A28A-E2DF-D945CCFF0297}"/>
              </a:ext>
            </a:extLst>
          </p:cNvPr>
          <p:cNvCxnSpPr>
            <a:cxnSpLocks/>
          </p:cNvCxnSpPr>
          <p:nvPr/>
        </p:nvCxnSpPr>
        <p:spPr>
          <a:xfrm>
            <a:off x="8734298" y="698009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371D3A8-2309-E0EF-E47E-A261FE717D77}"/>
              </a:ext>
            </a:extLst>
          </p:cNvPr>
          <p:cNvSpPr txBox="1"/>
          <p:nvPr/>
        </p:nvSpPr>
        <p:spPr>
          <a:xfrm>
            <a:off x="8517732" y="27809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DEE6DE-B513-46EC-133A-F2BDE09F0BA5}"/>
              </a:ext>
            </a:extLst>
          </p:cNvPr>
          <p:cNvCxnSpPr>
            <a:cxnSpLocks/>
          </p:cNvCxnSpPr>
          <p:nvPr/>
        </p:nvCxnSpPr>
        <p:spPr>
          <a:xfrm>
            <a:off x="1818852" y="377334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7DD2ADB-9514-0CF1-9379-E2C1C09872A8}"/>
              </a:ext>
            </a:extLst>
          </p:cNvPr>
          <p:cNvSpPr txBox="1"/>
          <p:nvPr/>
        </p:nvSpPr>
        <p:spPr>
          <a:xfrm>
            <a:off x="5425828" y="1147024"/>
            <a:ext cx="5709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10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FA28B1-C4F6-2628-0831-0A7A7ACB6F2A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3664429" y="1269935"/>
            <a:ext cx="95154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AAB16DA-2813-31A6-1702-86889DE8564B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3664429" y="2569399"/>
            <a:ext cx="966256" cy="9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D6DA6F0-43CA-41B2-9DDC-ED849FE911DE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3664429" y="5451442"/>
            <a:ext cx="951546" cy="8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25CE197-F932-82A2-11A3-96064A056D87}"/>
              </a:ext>
            </a:extLst>
          </p:cNvPr>
          <p:cNvSpPr/>
          <p:nvPr/>
        </p:nvSpPr>
        <p:spPr>
          <a:xfrm>
            <a:off x="4615975" y="1055622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36">
            <a:extLst>
              <a:ext uri="{FF2B5EF4-FFF2-40B4-BE49-F238E27FC236}">
                <a16:creationId xmlns:a16="http://schemas.microsoft.com/office/drawing/2014/main" id="{4882AB85-7762-A086-504C-475B68A33FA3}"/>
              </a:ext>
            </a:extLst>
          </p:cNvPr>
          <p:cNvCxnSpPr>
            <a:cxnSpLocks/>
            <a:endCxn id="55" idx="3"/>
          </p:cNvCxnSpPr>
          <p:nvPr/>
        </p:nvCxnSpPr>
        <p:spPr>
          <a:xfrm rot="16200000" flipV="1">
            <a:off x="6492321" y="1462420"/>
            <a:ext cx="87820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0435DB6-4E6E-B5BE-BEEF-47A10F4B57ED}"/>
              </a:ext>
            </a:extLst>
          </p:cNvPr>
          <p:cNvSpPr txBox="1"/>
          <p:nvPr/>
        </p:nvSpPr>
        <p:spPr>
          <a:xfrm>
            <a:off x="5434713" y="2451713"/>
            <a:ext cx="504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1C97E15-2751-8BCF-5BA3-794C47D3CD4E}"/>
              </a:ext>
            </a:extLst>
          </p:cNvPr>
          <p:cNvSpPr/>
          <p:nvPr/>
        </p:nvSpPr>
        <p:spPr>
          <a:xfrm>
            <a:off x="4630685" y="2355086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36">
            <a:extLst>
              <a:ext uri="{FF2B5EF4-FFF2-40B4-BE49-F238E27FC236}">
                <a16:creationId xmlns:a16="http://schemas.microsoft.com/office/drawing/2014/main" id="{B79947A2-A729-2C3E-913A-8DC2A9A3E03C}"/>
              </a:ext>
            </a:extLst>
          </p:cNvPr>
          <p:cNvCxnSpPr>
            <a:cxnSpLocks/>
            <a:endCxn id="59" idx="3"/>
          </p:cNvCxnSpPr>
          <p:nvPr/>
        </p:nvCxnSpPr>
        <p:spPr>
          <a:xfrm rot="10800000" flipV="1">
            <a:off x="6699516" y="2148139"/>
            <a:ext cx="478525" cy="4212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8CAD41E-0833-75CE-2CF4-98FF7A1CFC62}"/>
              </a:ext>
            </a:extLst>
          </p:cNvPr>
          <p:cNvSpPr/>
          <p:nvPr/>
        </p:nvSpPr>
        <p:spPr>
          <a:xfrm>
            <a:off x="4615975" y="5237129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36">
            <a:extLst>
              <a:ext uri="{FF2B5EF4-FFF2-40B4-BE49-F238E27FC236}">
                <a16:creationId xmlns:a16="http://schemas.microsoft.com/office/drawing/2014/main" id="{CE0736CE-57CC-C7C0-AF2F-75BB2CC72C1E}"/>
              </a:ext>
            </a:extLst>
          </p:cNvPr>
          <p:cNvCxnSpPr>
            <a:cxnSpLocks/>
            <a:endCxn id="61" idx="3"/>
          </p:cNvCxnSpPr>
          <p:nvPr/>
        </p:nvCxnSpPr>
        <p:spPr>
          <a:xfrm rot="5400000">
            <a:off x="5285781" y="3559182"/>
            <a:ext cx="329128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F68F48C-783B-C40A-7B38-401541608A1C}"/>
              </a:ext>
            </a:extLst>
          </p:cNvPr>
          <p:cNvSpPr txBox="1"/>
          <p:nvPr/>
        </p:nvSpPr>
        <p:spPr>
          <a:xfrm>
            <a:off x="5425827" y="5328145"/>
            <a:ext cx="5709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0</a:t>
            </a:r>
          </a:p>
        </p:txBody>
      </p:sp>
    </p:spTree>
    <p:extLst>
      <p:ext uri="{BB962C8B-B14F-4D97-AF65-F5344CB8AC3E}">
        <p14:creationId xmlns:p14="http://schemas.microsoft.com/office/powerpoint/2010/main" val="3152112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E8927-41F7-9B1E-5C4E-04DB7550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154" y="99986"/>
            <a:ext cx="2359128" cy="598582"/>
          </a:xfrm>
        </p:spPr>
        <p:txBody>
          <a:bodyPr>
            <a:noAutofit/>
          </a:bodyPr>
          <a:lstStyle/>
          <a:p>
            <a:r>
              <a:rPr lang="en-US" sz="2800" dirty="0"/>
              <a:t>Key Generator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37FD4E-49A9-72B2-28A1-E7D88C9D68DD}"/>
              </a:ext>
            </a:extLst>
          </p:cNvPr>
          <p:cNvGrpSpPr/>
          <p:nvPr/>
        </p:nvGrpSpPr>
        <p:grpSpPr>
          <a:xfrm>
            <a:off x="2171581" y="970906"/>
            <a:ext cx="7848837" cy="400685"/>
            <a:chOff x="1968263" y="1055622"/>
            <a:chExt cx="5157152" cy="4011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5BD45C-FF06-D572-9ABA-28B4CBF53786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687809-FE91-9646-9DE0-EC0FD7855149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74B5B8-69CA-6285-AB2F-90552E01FB84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75A819-1A58-0FE3-2143-38A4F7FDA18A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454FFE-CA99-B7DF-711E-B8D2F5967BA7}"/>
              </a:ext>
            </a:extLst>
          </p:cNvPr>
          <p:cNvGrpSpPr/>
          <p:nvPr/>
        </p:nvGrpSpPr>
        <p:grpSpPr>
          <a:xfrm>
            <a:off x="2181741" y="1847206"/>
            <a:ext cx="7848837" cy="400685"/>
            <a:chOff x="1968263" y="1055622"/>
            <a:chExt cx="5157152" cy="40119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FDDC5F-8DC2-57CB-3998-A48E5A2A522A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1BF34D-FCF7-D3CC-3678-5D666D4BC065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F3B249-D3B4-809A-0301-CB2F2D8D02C1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A4F13ED-16BF-0CEF-67C1-C37068831A26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0305C0-9926-742C-F7B3-5AB046C7A5B9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3152686" y="1371088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0325D-D375-A1EC-7F36-7F507F9F49C9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9039314" y="1371087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54C956-4E65-422A-90C1-B79A97090EE4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>
            <a:off x="7077105" y="1371591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51E548-E340-9E0A-80BC-D124B546F789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>
            <a:off x="5114895" y="1371087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3E2950-3354-69EC-B453-C009AAD12033}"/>
              </a:ext>
            </a:extLst>
          </p:cNvPr>
          <p:cNvCxnSpPr>
            <a:cxnSpLocks/>
          </p:cNvCxnSpPr>
          <p:nvPr/>
        </p:nvCxnSpPr>
        <p:spPr>
          <a:xfrm>
            <a:off x="3169034" y="2269549"/>
            <a:ext cx="2" cy="453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BCBA607-862C-5077-47EB-CE68B99BB8D5}"/>
              </a:ext>
            </a:extLst>
          </p:cNvPr>
          <p:cNvSpPr/>
          <p:nvPr/>
        </p:nvSpPr>
        <p:spPr>
          <a:xfrm>
            <a:off x="2968944" y="2745669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05C2D0-C807-2189-86F7-435D2B51CBA3}"/>
              </a:ext>
            </a:extLst>
          </p:cNvPr>
          <p:cNvCxnSpPr>
            <a:stCxn id="24" idx="0"/>
            <a:endCxn id="24" idx="4"/>
          </p:cNvCxnSpPr>
          <p:nvPr/>
        </p:nvCxnSpPr>
        <p:spPr>
          <a:xfrm>
            <a:off x="3169035" y="2745669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2667F2-2D5B-9057-9C23-D3E2A75A22E4}"/>
              </a:ext>
            </a:extLst>
          </p:cNvPr>
          <p:cNvCxnSpPr>
            <a:cxnSpLocks/>
            <a:stCxn id="24" idx="6"/>
            <a:endCxn id="24" idx="2"/>
          </p:cNvCxnSpPr>
          <p:nvPr/>
        </p:nvCxnSpPr>
        <p:spPr>
          <a:xfrm flipH="1">
            <a:off x="2968944" y="2945760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B77D71-55F0-3989-9364-D39A84D2F102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>
            <a:off x="5125055" y="2247387"/>
            <a:ext cx="6348" cy="1096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9BC7BF5-9229-5A72-5F22-B3D6913C595A}"/>
              </a:ext>
            </a:extLst>
          </p:cNvPr>
          <p:cNvSpPr/>
          <p:nvPr/>
        </p:nvSpPr>
        <p:spPr>
          <a:xfrm>
            <a:off x="4931312" y="334428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0E746F6-F67A-F394-F83B-E767CDA53B2E}"/>
              </a:ext>
            </a:extLst>
          </p:cNvPr>
          <p:cNvCxnSpPr>
            <a:stCxn id="33" idx="0"/>
            <a:endCxn id="33" idx="4"/>
          </p:cNvCxnSpPr>
          <p:nvPr/>
        </p:nvCxnSpPr>
        <p:spPr>
          <a:xfrm>
            <a:off x="5131403" y="3344284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7BC57B-775F-3D28-857A-375312C077C8}"/>
              </a:ext>
            </a:extLst>
          </p:cNvPr>
          <p:cNvCxnSpPr>
            <a:cxnSpLocks/>
            <a:stCxn id="33" idx="6"/>
            <a:endCxn id="33" idx="2"/>
          </p:cNvCxnSpPr>
          <p:nvPr/>
        </p:nvCxnSpPr>
        <p:spPr>
          <a:xfrm flipH="1">
            <a:off x="4931312" y="3544375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C2EA0B-FFAF-4E42-E280-F309DFDBC957}"/>
              </a:ext>
            </a:extLst>
          </p:cNvPr>
          <p:cNvCxnSpPr>
            <a:cxnSpLocks/>
            <a:stCxn id="17" idx="2"/>
            <a:endCxn id="41" idx="0"/>
          </p:cNvCxnSpPr>
          <p:nvPr/>
        </p:nvCxnSpPr>
        <p:spPr>
          <a:xfrm flipH="1">
            <a:off x="7087264" y="2247891"/>
            <a:ext cx="1" cy="14965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9E7DE9-1305-CCEE-55CF-2E0AEAF8D436}"/>
              </a:ext>
            </a:extLst>
          </p:cNvPr>
          <p:cNvGrpSpPr/>
          <p:nvPr/>
        </p:nvGrpSpPr>
        <p:grpSpPr>
          <a:xfrm>
            <a:off x="6887173" y="3744465"/>
            <a:ext cx="400181" cy="400181"/>
            <a:chOff x="6877012" y="4149598"/>
            <a:chExt cx="400181" cy="400181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5460B87-3F2C-9D97-A39B-91486B67B302}"/>
                </a:ext>
              </a:extLst>
            </p:cNvPr>
            <p:cNvSpPr/>
            <p:nvPr/>
          </p:nvSpPr>
          <p:spPr>
            <a:xfrm>
              <a:off x="6877012" y="4149598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5806E4B-E164-9348-A129-19CF294C3F3B}"/>
                </a:ext>
              </a:extLst>
            </p:cNvPr>
            <p:cNvCxnSpPr>
              <a:cxnSpLocks/>
              <a:stCxn id="41" idx="0"/>
              <a:endCxn id="41" idx="4"/>
            </p:cNvCxnSpPr>
            <p:nvPr/>
          </p:nvCxnSpPr>
          <p:spPr>
            <a:xfrm>
              <a:off x="7077103" y="4149598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EB9B89D-0AFE-1934-1ED0-5A00AEA6B8D6}"/>
                </a:ext>
              </a:extLst>
            </p:cNvPr>
            <p:cNvCxnSpPr>
              <a:cxnSpLocks/>
              <a:stCxn id="41" idx="6"/>
              <a:endCxn id="41" idx="2"/>
            </p:cNvCxnSpPr>
            <p:nvPr/>
          </p:nvCxnSpPr>
          <p:spPr>
            <a:xfrm flipH="1">
              <a:off x="6877012" y="4349689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403295-266B-D2A0-0B75-50ECD910BE35}"/>
              </a:ext>
            </a:extLst>
          </p:cNvPr>
          <p:cNvCxnSpPr>
            <a:cxnSpLocks/>
            <a:stCxn id="16" idx="2"/>
            <a:endCxn id="55" idx="0"/>
          </p:cNvCxnSpPr>
          <p:nvPr/>
        </p:nvCxnSpPr>
        <p:spPr>
          <a:xfrm flipH="1">
            <a:off x="9049473" y="2247387"/>
            <a:ext cx="1" cy="1897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8977094-943C-E7AF-DA87-A3ACF88558C0}"/>
              </a:ext>
            </a:extLst>
          </p:cNvPr>
          <p:cNvGrpSpPr/>
          <p:nvPr/>
        </p:nvGrpSpPr>
        <p:grpSpPr>
          <a:xfrm>
            <a:off x="8849382" y="4144646"/>
            <a:ext cx="400181" cy="400181"/>
            <a:chOff x="6877012" y="4149598"/>
            <a:chExt cx="400181" cy="40018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D48002A-D8E5-4006-0D77-C1CAEEE1E3F6}"/>
                </a:ext>
              </a:extLst>
            </p:cNvPr>
            <p:cNvSpPr/>
            <p:nvPr/>
          </p:nvSpPr>
          <p:spPr>
            <a:xfrm>
              <a:off x="6877012" y="4149598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20B6517-147D-BC02-63E7-92930CD8B9BC}"/>
                </a:ext>
              </a:extLst>
            </p:cNvPr>
            <p:cNvCxnSpPr>
              <a:cxnSpLocks/>
              <a:stCxn id="55" idx="0"/>
              <a:endCxn id="55" idx="4"/>
            </p:cNvCxnSpPr>
            <p:nvPr/>
          </p:nvCxnSpPr>
          <p:spPr>
            <a:xfrm>
              <a:off x="7077103" y="4149598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68295F1-A406-530A-A541-6DBC709BC182}"/>
                </a:ext>
              </a:extLst>
            </p:cNvPr>
            <p:cNvCxnSpPr>
              <a:cxnSpLocks/>
              <a:stCxn id="55" idx="6"/>
              <a:endCxn id="55" idx="2"/>
            </p:cNvCxnSpPr>
            <p:nvPr/>
          </p:nvCxnSpPr>
          <p:spPr>
            <a:xfrm flipH="1">
              <a:off x="6877012" y="4349689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hlinkClick r:id="rId2" action="ppaction://hlinksldjump"/>
            <a:extLst>
              <a:ext uri="{FF2B5EF4-FFF2-40B4-BE49-F238E27FC236}">
                <a16:creationId xmlns:a16="http://schemas.microsoft.com/office/drawing/2014/main" id="{E41AD7BD-07D9-0A18-B00A-C042390959E9}"/>
              </a:ext>
            </a:extLst>
          </p:cNvPr>
          <p:cNvSpPr/>
          <p:nvPr/>
        </p:nvSpPr>
        <p:spPr>
          <a:xfrm>
            <a:off x="3851910" y="2745669"/>
            <a:ext cx="498319" cy="400685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hlinkClick r:id="rId2" action="ppaction://hlinksldjump"/>
            <a:extLst>
              <a:ext uri="{FF2B5EF4-FFF2-40B4-BE49-F238E27FC236}">
                <a16:creationId xmlns:a16="http://schemas.microsoft.com/office/drawing/2014/main" id="{B3D86C4B-A6BB-55E8-A33B-CCED48B941A8}"/>
              </a:ext>
            </a:extLst>
          </p:cNvPr>
          <p:cNvSpPr txBox="1"/>
          <p:nvPr/>
        </p:nvSpPr>
        <p:spPr>
          <a:xfrm>
            <a:off x="3951062" y="2722808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15FCDFC-96D2-DB42-A135-80424BA6A6B1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4350229" y="2945759"/>
            <a:ext cx="4699243" cy="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96D3C5-5E0F-C092-3E44-5B65865B78BC}"/>
              </a:ext>
            </a:extLst>
          </p:cNvPr>
          <p:cNvCxnSpPr>
            <a:cxnSpLocks/>
            <a:stCxn id="59" idx="1"/>
            <a:endCxn id="24" idx="6"/>
          </p:cNvCxnSpPr>
          <p:nvPr/>
        </p:nvCxnSpPr>
        <p:spPr>
          <a:xfrm flipH="1" flipV="1">
            <a:off x="3369125" y="2945760"/>
            <a:ext cx="482785" cy="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58F9BD4-D98B-C2AF-7216-6E2D09A720DA}"/>
              </a:ext>
            </a:extLst>
          </p:cNvPr>
          <p:cNvCxnSpPr>
            <a:cxnSpLocks/>
            <a:stCxn id="24" idx="4"/>
            <a:endCxn id="77" idx="0"/>
          </p:cNvCxnSpPr>
          <p:nvPr/>
        </p:nvCxnSpPr>
        <p:spPr>
          <a:xfrm flipH="1">
            <a:off x="3162846" y="3145850"/>
            <a:ext cx="6189" cy="2295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4CDE17-4D18-EB16-AF1F-D5FB4CCF175D}"/>
              </a:ext>
            </a:extLst>
          </p:cNvPr>
          <p:cNvGrpSpPr/>
          <p:nvPr/>
        </p:nvGrpSpPr>
        <p:grpSpPr>
          <a:xfrm>
            <a:off x="2181741" y="5441131"/>
            <a:ext cx="7848837" cy="400685"/>
            <a:chOff x="1968263" y="1055622"/>
            <a:chExt cx="5157152" cy="40119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82F8E07-952B-F182-3F49-C4935716922F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AFEE3BB-8303-4BD1-8178-9049FE61DDDE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8B09B24-F4F0-2AA5-33DB-75A0497055BC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59DDC04-6722-758D-5A04-6102E674EA29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EDCA240-FF6D-F4E3-9689-DFF696A568A6}"/>
              </a:ext>
            </a:extLst>
          </p:cNvPr>
          <p:cNvCxnSpPr>
            <a:cxnSpLocks/>
            <a:stCxn id="33" idx="4"/>
            <a:endCxn id="80" idx="0"/>
          </p:cNvCxnSpPr>
          <p:nvPr/>
        </p:nvCxnSpPr>
        <p:spPr>
          <a:xfrm flipH="1">
            <a:off x="5125055" y="3744465"/>
            <a:ext cx="6348" cy="1696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5CB6E7E-6B9E-713B-FCFD-D555A45970C6}"/>
              </a:ext>
            </a:extLst>
          </p:cNvPr>
          <p:cNvCxnSpPr>
            <a:cxnSpLocks/>
            <a:stCxn id="41" idx="4"/>
            <a:endCxn id="79" idx="0"/>
          </p:cNvCxnSpPr>
          <p:nvPr/>
        </p:nvCxnSpPr>
        <p:spPr>
          <a:xfrm>
            <a:off x="7087264" y="4144646"/>
            <a:ext cx="1" cy="1296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371038-6118-6B86-C83F-2818FEF4F1A7}"/>
              </a:ext>
            </a:extLst>
          </p:cNvPr>
          <p:cNvCxnSpPr>
            <a:cxnSpLocks/>
            <a:stCxn id="55" idx="4"/>
            <a:endCxn id="78" idx="0"/>
          </p:cNvCxnSpPr>
          <p:nvPr/>
        </p:nvCxnSpPr>
        <p:spPr>
          <a:xfrm>
            <a:off x="9049473" y="4544827"/>
            <a:ext cx="1" cy="896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EE3569B-3BB7-5176-33A1-1F4C28B867E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3169195" y="3544375"/>
            <a:ext cx="1762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37B5E44-9CC9-954D-FE9E-DD197F71D558}"/>
              </a:ext>
            </a:extLst>
          </p:cNvPr>
          <p:cNvCxnSpPr>
            <a:cxnSpLocks/>
          </p:cNvCxnSpPr>
          <p:nvPr/>
        </p:nvCxnSpPr>
        <p:spPr>
          <a:xfrm>
            <a:off x="5131404" y="3944555"/>
            <a:ext cx="1762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B7FA757-E822-6FBF-9445-82E2EDF73EFD}"/>
              </a:ext>
            </a:extLst>
          </p:cNvPr>
          <p:cNvCxnSpPr>
            <a:cxnSpLocks/>
          </p:cNvCxnSpPr>
          <p:nvPr/>
        </p:nvCxnSpPr>
        <p:spPr>
          <a:xfrm>
            <a:off x="7077103" y="4344736"/>
            <a:ext cx="1762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42CCEF5B-A189-5CC6-6847-29CE2E1A356E}"/>
              </a:ext>
            </a:extLst>
          </p:cNvPr>
          <p:cNvSpPr/>
          <p:nvPr/>
        </p:nvSpPr>
        <p:spPr>
          <a:xfrm>
            <a:off x="3137960" y="3514657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110F815-6A88-12C5-635E-6D8622C94F89}"/>
              </a:ext>
            </a:extLst>
          </p:cNvPr>
          <p:cNvSpPr/>
          <p:nvPr/>
        </p:nvSpPr>
        <p:spPr>
          <a:xfrm>
            <a:off x="9016647" y="2915131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685EEB4-AEB8-A096-6433-D4620B32118C}"/>
              </a:ext>
            </a:extLst>
          </p:cNvPr>
          <p:cNvSpPr/>
          <p:nvPr/>
        </p:nvSpPr>
        <p:spPr>
          <a:xfrm>
            <a:off x="5095404" y="3920502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4B390DA-291F-79E6-ED51-5EEB422CA945}"/>
              </a:ext>
            </a:extLst>
          </p:cNvPr>
          <p:cNvSpPr/>
          <p:nvPr/>
        </p:nvSpPr>
        <p:spPr>
          <a:xfrm>
            <a:off x="7052979" y="4314255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600196E-EEE4-178D-A7A2-D6E44E4A1678}"/>
              </a:ext>
            </a:extLst>
          </p:cNvPr>
          <p:cNvCxnSpPr>
            <a:cxnSpLocks/>
          </p:cNvCxnSpPr>
          <p:nvPr/>
        </p:nvCxnSpPr>
        <p:spPr>
          <a:xfrm flipH="1">
            <a:off x="3104782" y="1491064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1941C54-B43B-FBD2-1297-63A240D956D7}"/>
              </a:ext>
            </a:extLst>
          </p:cNvPr>
          <p:cNvCxnSpPr>
            <a:cxnSpLocks/>
          </p:cNvCxnSpPr>
          <p:nvPr/>
        </p:nvCxnSpPr>
        <p:spPr>
          <a:xfrm flipH="1">
            <a:off x="5066991" y="1490072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72B0ED7-69D2-975D-D403-D802493D58AC}"/>
              </a:ext>
            </a:extLst>
          </p:cNvPr>
          <p:cNvCxnSpPr>
            <a:cxnSpLocks/>
          </p:cNvCxnSpPr>
          <p:nvPr/>
        </p:nvCxnSpPr>
        <p:spPr>
          <a:xfrm flipH="1">
            <a:off x="7012690" y="1491064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450C989-F794-1EEC-B368-C6C1228550AC}"/>
              </a:ext>
            </a:extLst>
          </p:cNvPr>
          <p:cNvCxnSpPr>
            <a:cxnSpLocks/>
          </p:cNvCxnSpPr>
          <p:nvPr/>
        </p:nvCxnSpPr>
        <p:spPr>
          <a:xfrm flipH="1">
            <a:off x="8985058" y="1496686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467FF75-6A23-2724-F323-C480C7166DBB}"/>
              </a:ext>
            </a:extLst>
          </p:cNvPr>
          <p:cNvSpPr txBox="1"/>
          <p:nvPr/>
        </p:nvSpPr>
        <p:spPr>
          <a:xfrm>
            <a:off x="2273695" y="986332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K0    K1    K2    K3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D52DAE7-DEF2-E2BC-5740-0FB2EFFA4C02}"/>
              </a:ext>
            </a:extLst>
          </p:cNvPr>
          <p:cNvSpPr txBox="1"/>
          <p:nvPr/>
        </p:nvSpPr>
        <p:spPr>
          <a:xfrm>
            <a:off x="4242803" y="992677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K4    K5    K6    K7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EB92A85-CAA3-0DCB-07A5-2ECA47F07CA3}"/>
              </a:ext>
            </a:extLst>
          </p:cNvPr>
          <p:cNvSpPr txBox="1"/>
          <p:nvPr/>
        </p:nvSpPr>
        <p:spPr>
          <a:xfrm>
            <a:off x="6126718" y="978484"/>
            <a:ext cx="192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K8    K9   K10   K11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5496246-E14F-9921-5C04-97C3CE082AB6}"/>
              </a:ext>
            </a:extLst>
          </p:cNvPr>
          <p:cNvSpPr txBox="1"/>
          <p:nvPr/>
        </p:nvSpPr>
        <p:spPr>
          <a:xfrm>
            <a:off x="8078766" y="979225"/>
            <a:ext cx="196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K12  K13  K14  K15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B4F9A9F-DF7A-EDD4-AA8C-4C53D588EDAC}"/>
              </a:ext>
            </a:extLst>
          </p:cNvPr>
          <p:cNvSpPr txBox="1"/>
          <p:nvPr/>
        </p:nvSpPr>
        <p:spPr>
          <a:xfrm>
            <a:off x="3179356" y="1404063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E15D916-8CF7-48B9-AB7E-F34B6CFD77E8}"/>
              </a:ext>
            </a:extLst>
          </p:cNvPr>
          <p:cNvSpPr txBox="1"/>
          <p:nvPr/>
        </p:nvSpPr>
        <p:spPr>
          <a:xfrm>
            <a:off x="5134861" y="1406017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F24BC49-CF8E-B6AE-59DA-8E0633A0BCFE}"/>
              </a:ext>
            </a:extLst>
          </p:cNvPr>
          <p:cNvSpPr txBox="1"/>
          <p:nvPr/>
        </p:nvSpPr>
        <p:spPr>
          <a:xfrm>
            <a:off x="7105661" y="1399332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4B669A6-541D-096A-45B9-4D819567F003}"/>
              </a:ext>
            </a:extLst>
          </p:cNvPr>
          <p:cNvSpPr txBox="1"/>
          <p:nvPr/>
        </p:nvSpPr>
        <p:spPr>
          <a:xfrm>
            <a:off x="9077020" y="1425944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98956C7-D911-F1F1-A226-E8F123FF099F}"/>
              </a:ext>
            </a:extLst>
          </p:cNvPr>
          <p:cNvSpPr txBox="1"/>
          <p:nvPr/>
        </p:nvSpPr>
        <p:spPr>
          <a:xfrm>
            <a:off x="2273695" y="1857819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W[0]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B07DD4C-88D2-474C-1612-C268E2ADB8F6}"/>
              </a:ext>
            </a:extLst>
          </p:cNvPr>
          <p:cNvSpPr txBox="1"/>
          <p:nvPr/>
        </p:nvSpPr>
        <p:spPr>
          <a:xfrm>
            <a:off x="4174521" y="1861520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W[1]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56D91C6-8658-937A-3635-9E9C8EDD76B1}"/>
              </a:ext>
            </a:extLst>
          </p:cNvPr>
          <p:cNvSpPr txBox="1"/>
          <p:nvPr/>
        </p:nvSpPr>
        <p:spPr>
          <a:xfrm>
            <a:off x="6126718" y="1849971"/>
            <a:ext cx="192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W[2]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80F11DA-1D08-3D21-7B4B-672ACD9A95D7}"/>
              </a:ext>
            </a:extLst>
          </p:cNvPr>
          <p:cNvSpPr txBox="1"/>
          <p:nvPr/>
        </p:nvSpPr>
        <p:spPr>
          <a:xfrm>
            <a:off x="8078766" y="1850712"/>
            <a:ext cx="194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W[3]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80D4BF4-5A69-0E59-CE82-EE277FA94604}"/>
              </a:ext>
            </a:extLst>
          </p:cNvPr>
          <p:cNvSpPr txBox="1"/>
          <p:nvPr/>
        </p:nvSpPr>
        <p:spPr>
          <a:xfrm>
            <a:off x="2273695" y="5440350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W[4]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BD6C84-7457-F838-5DD8-ED66E45A68E8}"/>
              </a:ext>
            </a:extLst>
          </p:cNvPr>
          <p:cNvSpPr txBox="1"/>
          <p:nvPr/>
        </p:nvSpPr>
        <p:spPr>
          <a:xfrm>
            <a:off x="4174521" y="5444051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W[5]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87E5195-C7A3-7404-F911-8E7236CF253F}"/>
              </a:ext>
            </a:extLst>
          </p:cNvPr>
          <p:cNvSpPr txBox="1"/>
          <p:nvPr/>
        </p:nvSpPr>
        <p:spPr>
          <a:xfrm>
            <a:off x="6126718" y="5432502"/>
            <a:ext cx="192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W[6]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12633EB-9AF0-23D8-79A4-DBE254123920}"/>
              </a:ext>
            </a:extLst>
          </p:cNvPr>
          <p:cNvSpPr txBox="1"/>
          <p:nvPr/>
        </p:nvSpPr>
        <p:spPr>
          <a:xfrm>
            <a:off x="8078766" y="5433243"/>
            <a:ext cx="194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W[8]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FFF562-8F9B-3854-F86D-1CE55A96927C}"/>
              </a:ext>
            </a:extLst>
          </p:cNvPr>
          <p:cNvSpPr txBox="1"/>
          <p:nvPr/>
        </p:nvSpPr>
        <p:spPr>
          <a:xfrm>
            <a:off x="209372" y="1849971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Round key 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0DECA99-FE44-4CBC-E748-2BE460A5DA59}"/>
              </a:ext>
            </a:extLst>
          </p:cNvPr>
          <p:cNvSpPr txBox="1"/>
          <p:nvPr/>
        </p:nvSpPr>
        <p:spPr>
          <a:xfrm>
            <a:off x="280915" y="5456555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round key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417B3D8-05FC-EBE2-8A73-2E617722E42E}"/>
              </a:ext>
            </a:extLst>
          </p:cNvPr>
          <p:cNvCxnSpPr>
            <a:cxnSpLocks/>
          </p:cNvCxnSpPr>
          <p:nvPr/>
        </p:nvCxnSpPr>
        <p:spPr>
          <a:xfrm>
            <a:off x="3148507" y="58413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DAA52E5-258D-5D34-0460-EB8459B07CC9}"/>
              </a:ext>
            </a:extLst>
          </p:cNvPr>
          <p:cNvCxnSpPr>
            <a:cxnSpLocks/>
          </p:cNvCxnSpPr>
          <p:nvPr/>
        </p:nvCxnSpPr>
        <p:spPr>
          <a:xfrm>
            <a:off x="5131404" y="5844760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80121B1-8001-5154-8407-01869DF5230A}"/>
              </a:ext>
            </a:extLst>
          </p:cNvPr>
          <p:cNvCxnSpPr>
            <a:cxnSpLocks/>
          </p:cNvCxnSpPr>
          <p:nvPr/>
        </p:nvCxnSpPr>
        <p:spPr>
          <a:xfrm>
            <a:off x="7091676" y="58413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928FCB2-96E3-11E0-9487-38080C452A40}"/>
              </a:ext>
            </a:extLst>
          </p:cNvPr>
          <p:cNvCxnSpPr>
            <a:cxnSpLocks/>
          </p:cNvCxnSpPr>
          <p:nvPr/>
        </p:nvCxnSpPr>
        <p:spPr>
          <a:xfrm>
            <a:off x="9071059" y="58413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547DA04-14DB-3B77-F0FA-DDFF4A8FC91F}"/>
              </a:ext>
            </a:extLst>
          </p:cNvPr>
          <p:cNvCxnSpPr>
            <a:cxnSpLocks/>
          </p:cNvCxnSpPr>
          <p:nvPr/>
        </p:nvCxnSpPr>
        <p:spPr>
          <a:xfrm>
            <a:off x="4133790" y="6041402"/>
            <a:ext cx="0" cy="4001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BD9C2AA-105F-164F-E6FA-B7D81E78D0BF}"/>
              </a:ext>
            </a:extLst>
          </p:cNvPr>
          <p:cNvCxnSpPr>
            <a:cxnSpLocks/>
          </p:cNvCxnSpPr>
          <p:nvPr/>
        </p:nvCxnSpPr>
        <p:spPr>
          <a:xfrm>
            <a:off x="8102599" y="6041402"/>
            <a:ext cx="0" cy="4001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FC33451-09F6-D263-E4AA-EC89CEED54CA}"/>
              </a:ext>
            </a:extLst>
          </p:cNvPr>
          <p:cNvCxnSpPr>
            <a:cxnSpLocks/>
          </p:cNvCxnSpPr>
          <p:nvPr/>
        </p:nvCxnSpPr>
        <p:spPr>
          <a:xfrm>
            <a:off x="6095999" y="6041402"/>
            <a:ext cx="0" cy="4001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749B01-09EA-9E1F-2FDF-79DC13B5C9B5}"/>
              </a:ext>
            </a:extLst>
          </p:cNvPr>
          <p:cNvCxnSpPr>
            <a:cxnSpLocks/>
            <a:endCxn id="125" idx="3"/>
          </p:cNvCxnSpPr>
          <p:nvPr/>
        </p:nvCxnSpPr>
        <p:spPr>
          <a:xfrm flipH="1">
            <a:off x="10020655" y="2027751"/>
            <a:ext cx="666395" cy="7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88307FD-9B46-FC4E-F4DC-972D02CB7335}"/>
              </a:ext>
            </a:extLst>
          </p:cNvPr>
          <p:cNvSpPr txBox="1"/>
          <p:nvPr/>
        </p:nvSpPr>
        <p:spPr>
          <a:xfrm>
            <a:off x="10559681" y="1719319"/>
            <a:ext cx="177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Enable from FSM</a:t>
            </a:r>
          </a:p>
        </p:txBody>
      </p:sp>
    </p:spTree>
    <p:extLst>
      <p:ext uri="{BB962C8B-B14F-4D97-AF65-F5344CB8AC3E}">
        <p14:creationId xmlns:p14="http://schemas.microsoft.com/office/powerpoint/2010/main" val="335755237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AEBA-D84B-897B-9B28-8DCBF4D7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CD78C72-D367-A159-9532-1A04DA933F19}"/>
              </a:ext>
            </a:extLst>
          </p:cNvPr>
          <p:cNvSpPr txBox="1">
            <a:spLocks/>
          </p:cNvSpPr>
          <p:nvPr/>
        </p:nvSpPr>
        <p:spPr>
          <a:xfrm>
            <a:off x="4947154" y="99986"/>
            <a:ext cx="2359128" cy="5985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Key Generator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65FD1F-7364-E5CB-673E-80C887183EA8}"/>
              </a:ext>
            </a:extLst>
          </p:cNvPr>
          <p:cNvSpPr txBox="1"/>
          <p:nvPr/>
        </p:nvSpPr>
        <p:spPr>
          <a:xfrm>
            <a:off x="457052" y="1119351"/>
            <a:ext cx="4416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 comb. Block with FSM to calculate the next key and put it in the round key register.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C6B173-2D56-E6A0-1CD2-82398B630CEF}"/>
              </a:ext>
            </a:extLst>
          </p:cNvPr>
          <p:cNvSpPr txBox="1"/>
          <p:nvPr/>
        </p:nvSpPr>
        <p:spPr>
          <a:xfrm>
            <a:off x="462704" y="2566526"/>
            <a:ext cx="42635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Then the previous key is used to calculate the next key and store it in the register.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A82FCC-192E-014C-0EEE-40685990EB4D}"/>
              </a:ext>
            </a:extLst>
          </p:cNvPr>
          <p:cNvSpPr txBox="1"/>
          <p:nvPr/>
        </p:nvSpPr>
        <p:spPr>
          <a:xfrm>
            <a:off x="457052" y="4321479"/>
            <a:ext cx="38634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enable signal is provided from the FSM for 11 cycles to calculate all the keys and then every key is assigned to its correct register.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F78B638-5104-3F37-9B24-D9589AE3B92E}"/>
              </a:ext>
            </a:extLst>
          </p:cNvPr>
          <p:cNvGrpSpPr/>
          <p:nvPr/>
        </p:nvGrpSpPr>
        <p:grpSpPr>
          <a:xfrm>
            <a:off x="7433133" y="698568"/>
            <a:ext cx="4525700" cy="2497493"/>
            <a:chOff x="209372" y="970906"/>
            <a:chExt cx="9913399" cy="547067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A4E0F4A-A27A-39A5-6662-1F377A1EAE07}"/>
                </a:ext>
              </a:extLst>
            </p:cNvPr>
            <p:cNvGrpSpPr/>
            <p:nvPr/>
          </p:nvGrpSpPr>
          <p:grpSpPr>
            <a:xfrm>
              <a:off x="2171581" y="970906"/>
              <a:ext cx="7848837" cy="400685"/>
              <a:chOff x="1968263" y="1055622"/>
              <a:chExt cx="5157152" cy="40119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0F065D3-CAEE-2705-207F-21C1071778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8263" y="1055623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56F0E4A-C470-E03A-23B3-E46710D1C9E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6127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C160A45-ADD2-F9CA-1310-CE6FA31088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6839" y="1056127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9A97E41-02B6-27C8-6AB3-D4C6F272F0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7551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9EE43E7-7DEE-2ECC-BB74-060641920818}"/>
                </a:ext>
              </a:extLst>
            </p:cNvPr>
            <p:cNvGrpSpPr/>
            <p:nvPr/>
          </p:nvGrpSpPr>
          <p:grpSpPr>
            <a:xfrm>
              <a:off x="2181741" y="1847206"/>
              <a:ext cx="7848837" cy="400685"/>
              <a:chOff x="1968263" y="1055622"/>
              <a:chExt cx="5157152" cy="40119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9310186-88EC-6609-7198-045B75C319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8263" y="1055623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C18978-C269-871F-104D-F30C39AC31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6127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9A21AB7-54E2-2709-61AC-95EA4366B7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6839" y="1056127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A85DECF-B691-65D4-8229-AE3F9F9D28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7551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515B375-B508-15F9-9FF3-F25388E194D7}"/>
                </a:ext>
              </a:extLst>
            </p:cNvPr>
            <p:cNvCxnSpPr>
              <a:cxnSpLocks/>
              <a:stCxn id="28" idx="2"/>
              <a:endCxn id="48" idx="0"/>
            </p:cNvCxnSpPr>
            <p:nvPr/>
          </p:nvCxnSpPr>
          <p:spPr>
            <a:xfrm>
              <a:off x="3152686" y="1371088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FDBFC88-84ED-F399-545B-4D33FFD47BCE}"/>
                </a:ext>
              </a:extLst>
            </p:cNvPr>
            <p:cNvCxnSpPr>
              <a:cxnSpLocks/>
              <a:stCxn id="29" idx="2"/>
              <a:endCxn id="49" idx="0"/>
            </p:cNvCxnSpPr>
            <p:nvPr/>
          </p:nvCxnSpPr>
          <p:spPr>
            <a:xfrm>
              <a:off x="9039314" y="1371087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CB6B309-CB50-AC9F-48AD-29AE095230EB}"/>
                </a:ext>
              </a:extLst>
            </p:cNvPr>
            <p:cNvCxnSpPr>
              <a:cxnSpLocks/>
              <a:stCxn id="45" idx="2"/>
              <a:endCxn id="50" idx="0"/>
            </p:cNvCxnSpPr>
            <p:nvPr/>
          </p:nvCxnSpPr>
          <p:spPr>
            <a:xfrm>
              <a:off x="7077105" y="1371591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5BEF5B4-C156-B7A5-0613-B1AE51630BC3}"/>
                </a:ext>
              </a:extLst>
            </p:cNvPr>
            <p:cNvCxnSpPr>
              <a:cxnSpLocks/>
              <a:stCxn id="46" idx="2"/>
              <a:endCxn id="51" idx="0"/>
            </p:cNvCxnSpPr>
            <p:nvPr/>
          </p:nvCxnSpPr>
          <p:spPr>
            <a:xfrm>
              <a:off x="5114895" y="1371087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5DD73D8-9302-6FB8-7347-E621C5650002}"/>
                </a:ext>
              </a:extLst>
            </p:cNvPr>
            <p:cNvCxnSpPr>
              <a:cxnSpLocks/>
            </p:cNvCxnSpPr>
            <p:nvPr/>
          </p:nvCxnSpPr>
          <p:spPr>
            <a:xfrm>
              <a:off x="3169034" y="2269549"/>
              <a:ext cx="2" cy="4539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CD2CDC2-0802-41F6-0E29-B0B849B2C537}"/>
                </a:ext>
              </a:extLst>
            </p:cNvPr>
            <p:cNvSpPr/>
            <p:nvPr/>
          </p:nvSpPr>
          <p:spPr>
            <a:xfrm>
              <a:off x="2968944" y="2745669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E2088BD-541F-F6FB-A9EF-5CC8DA27F354}"/>
                </a:ext>
              </a:extLst>
            </p:cNvPr>
            <p:cNvCxnSpPr>
              <a:stCxn id="57" idx="0"/>
              <a:endCxn id="57" idx="4"/>
            </p:cNvCxnSpPr>
            <p:nvPr/>
          </p:nvCxnSpPr>
          <p:spPr>
            <a:xfrm>
              <a:off x="3169035" y="2745669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F953735-0FC1-EF09-6107-D7C9520262D6}"/>
                </a:ext>
              </a:extLst>
            </p:cNvPr>
            <p:cNvCxnSpPr>
              <a:cxnSpLocks/>
              <a:stCxn id="57" idx="6"/>
              <a:endCxn id="57" idx="2"/>
            </p:cNvCxnSpPr>
            <p:nvPr/>
          </p:nvCxnSpPr>
          <p:spPr>
            <a:xfrm flipH="1">
              <a:off x="2968944" y="2945760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99AE1E2-2F08-3F61-D6A5-628BFC4874FD}"/>
                </a:ext>
              </a:extLst>
            </p:cNvPr>
            <p:cNvCxnSpPr>
              <a:cxnSpLocks/>
              <a:stCxn id="51" idx="2"/>
              <a:endCxn id="61" idx="0"/>
            </p:cNvCxnSpPr>
            <p:nvPr/>
          </p:nvCxnSpPr>
          <p:spPr>
            <a:xfrm>
              <a:off x="5125055" y="2247387"/>
              <a:ext cx="6348" cy="10968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8E576EC-E682-BB62-FDE4-EECEFC94F281}"/>
                </a:ext>
              </a:extLst>
            </p:cNvPr>
            <p:cNvSpPr/>
            <p:nvPr/>
          </p:nvSpPr>
          <p:spPr>
            <a:xfrm>
              <a:off x="4931312" y="3344284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0080505-73AD-CDF0-17CC-1E7D7EE08897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5131403" y="3344284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DA32E2E-CB35-342E-D439-839B0B73E777}"/>
                </a:ext>
              </a:extLst>
            </p:cNvPr>
            <p:cNvCxnSpPr>
              <a:cxnSpLocks/>
              <a:stCxn id="61" idx="6"/>
              <a:endCxn id="61" idx="2"/>
            </p:cNvCxnSpPr>
            <p:nvPr/>
          </p:nvCxnSpPr>
          <p:spPr>
            <a:xfrm flipH="1">
              <a:off x="4931312" y="3544375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505E17F-2ACD-B8AA-2495-6E421AD77DA4}"/>
                </a:ext>
              </a:extLst>
            </p:cNvPr>
            <p:cNvCxnSpPr>
              <a:cxnSpLocks/>
              <a:stCxn id="50" idx="2"/>
              <a:endCxn id="67" idx="0"/>
            </p:cNvCxnSpPr>
            <p:nvPr/>
          </p:nvCxnSpPr>
          <p:spPr>
            <a:xfrm flipH="1">
              <a:off x="7087264" y="2247891"/>
              <a:ext cx="1" cy="14965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A5C4063-B4EF-739A-7BF4-951E37C92CA1}"/>
                </a:ext>
              </a:extLst>
            </p:cNvPr>
            <p:cNvGrpSpPr/>
            <p:nvPr/>
          </p:nvGrpSpPr>
          <p:grpSpPr>
            <a:xfrm>
              <a:off x="6887173" y="3744465"/>
              <a:ext cx="400181" cy="400181"/>
              <a:chOff x="6877012" y="4149598"/>
              <a:chExt cx="400181" cy="400181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44A254B-3861-1195-5B76-2BC7D085A84B}"/>
                  </a:ext>
                </a:extLst>
              </p:cNvPr>
              <p:cNvSpPr/>
              <p:nvPr/>
            </p:nvSpPr>
            <p:spPr>
              <a:xfrm>
                <a:off x="6877012" y="4149598"/>
                <a:ext cx="400181" cy="40018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71D61A3-7581-15A7-7A41-FEB589CC165D}"/>
                  </a:ext>
                </a:extLst>
              </p:cNvPr>
              <p:cNvCxnSpPr>
                <a:cxnSpLocks/>
                <a:stCxn id="67" idx="0"/>
                <a:endCxn id="67" idx="4"/>
              </p:cNvCxnSpPr>
              <p:nvPr/>
            </p:nvCxnSpPr>
            <p:spPr>
              <a:xfrm>
                <a:off x="7077103" y="4149598"/>
                <a:ext cx="0" cy="4001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65E13AD-C4A2-A7B2-931B-E8B6EF782490}"/>
                  </a:ext>
                </a:extLst>
              </p:cNvPr>
              <p:cNvCxnSpPr>
                <a:cxnSpLocks/>
                <a:stCxn id="67" idx="6"/>
                <a:endCxn id="67" idx="2"/>
              </p:cNvCxnSpPr>
              <p:nvPr/>
            </p:nvCxnSpPr>
            <p:spPr>
              <a:xfrm flipH="1">
                <a:off x="6877012" y="4349689"/>
                <a:ext cx="40018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13A3CFF-ACBF-5541-CBBC-C51325322CF7}"/>
                </a:ext>
              </a:extLst>
            </p:cNvPr>
            <p:cNvCxnSpPr>
              <a:cxnSpLocks/>
              <a:stCxn id="49" idx="2"/>
              <a:endCxn id="72" idx="0"/>
            </p:cNvCxnSpPr>
            <p:nvPr/>
          </p:nvCxnSpPr>
          <p:spPr>
            <a:xfrm flipH="1">
              <a:off x="9049473" y="2247387"/>
              <a:ext cx="1" cy="18972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B44448B-7AAD-D1D3-6F98-66C13D087093}"/>
                </a:ext>
              </a:extLst>
            </p:cNvPr>
            <p:cNvGrpSpPr/>
            <p:nvPr/>
          </p:nvGrpSpPr>
          <p:grpSpPr>
            <a:xfrm>
              <a:off x="8849382" y="4144646"/>
              <a:ext cx="400181" cy="400181"/>
              <a:chOff x="6877012" y="4149598"/>
              <a:chExt cx="400181" cy="400181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A5DEF2-8E9B-CA8A-9999-EC5F1DC46E12}"/>
                  </a:ext>
                </a:extLst>
              </p:cNvPr>
              <p:cNvSpPr/>
              <p:nvPr/>
            </p:nvSpPr>
            <p:spPr>
              <a:xfrm>
                <a:off x="6877012" y="4149598"/>
                <a:ext cx="400181" cy="40018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E5F98CF-0994-F2E1-D4DE-94EF10826B53}"/>
                  </a:ext>
                </a:extLst>
              </p:cNvPr>
              <p:cNvCxnSpPr>
                <a:cxnSpLocks/>
                <a:stCxn id="72" idx="0"/>
                <a:endCxn id="72" idx="4"/>
              </p:cNvCxnSpPr>
              <p:nvPr/>
            </p:nvCxnSpPr>
            <p:spPr>
              <a:xfrm>
                <a:off x="7077103" y="4149598"/>
                <a:ext cx="0" cy="4001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4660FF7-31E0-4991-03CC-275F0A03CF56}"/>
                  </a:ext>
                </a:extLst>
              </p:cNvPr>
              <p:cNvCxnSpPr>
                <a:cxnSpLocks/>
                <a:stCxn id="72" idx="6"/>
                <a:endCxn id="72" idx="2"/>
              </p:cNvCxnSpPr>
              <p:nvPr/>
            </p:nvCxnSpPr>
            <p:spPr>
              <a:xfrm flipH="1">
                <a:off x="6877012" y="4349689"/>
                <a:ext cx="40018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Rectangle 74">
              <a:hlinkClick r:id="rId2" action="ppaction://hlinksldjump"/>
              <a:extLst>
                <a:ext uri="{FF2B5EF4-FFF2-40B4-BE49-F238E27FC236}">
                  <a16:creationId xmlns:a16="http://schemas.microsoft.com/office/drawing/2014/main" id="{0AC8B40E-94B5-1DE0-7D89-AF05C5F87D8C}"/>
                </a:ext>
              </a:extLst>
            </p:cNvPr>
            <p:cNvSpPr/>
            <p:nvPr/>
          </p:nvSpPr>
          <p:spPr>
            <a:xfrm>
              <a:off x="3851910" y="2745669"/>
              <a:ext cx="498319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hlinkClick r:id="rId2" action="ppaction://hlinksldjump"/>
              <a:extLst>
                <a:ext uri="{FF2B5EF4-FFF2-40B4-BE49-F238E27FC236}">
                  <a16:creationId xmlns:a16="http://schemas.microsoft.com/office/drawing/2014/main" id="{5C54A7C5-6CF1-C1DC-06EE-1993437B24B0}"/>
                </a:ext>
              </a:extLst>
            </p:cNvPr>
            <p:cNvSpPr txBox="1"/>
            <p:nvPr/>
          </p:nvSpPr>
          <p:spPr>
            <a:xfrm>
              <a:off x="3951061" y="2722809"/>
              <a:ext cx="296876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g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1CEE34D-02D5-BE0D-DA3A-775FCA2C8FB5}"/>
                </a:ext>
              </a:extLst>
            </p:cNvPr>
            <p:cNvCxnSpPr>
              <a:cxnSpLocks/>
              <a:endCxn id="75" idx="3"/>
            </p:cNvCxnSpPr>
            <p:nvPr/>
          </p:nvCxnSpPr>
          <p:spPr>
            <a:xfrm flipH="1">
              <a:off x="4350229" y="2945759"/>
              <a:ext cx="4699243" cy="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030DAE3-B4FC-1F8C-30A0-46CB285EE4A9}"/>
                </a:ext>
              </a:extLst>
            </p:cNvPr>
            <p:cNvCxnSpPr>
              <a:cxnSpLocks/>
              <a:stCxn id="75" idx="1"/>
              <a:endCxn id="57" idx="6"/>
            </p:cNvCxnSpPr>
            <p:nvPr/>
          </p:nvCxnSpPr>
          <p:spPr>
            <a:xfrm flipH="1" flipV="1">
              <a:off x="3369125" y="2945760"/>
              <a:ext cx="482785" cy="2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2184AEF5-FECA-DCA4-C61D-8CDE017115F6}"/>
                </a:ext>
              </a:extLst>
            </p:cNvPr>
            <p:cNvCxnSpPr>
              <a:cxnSpLocks/>
              <a:stCxn id="57" idx="4"/>
              <a:endCxn id="81" idx="0"/>
            </p:cNvCxnSpPr>
            <p:nvPr/>
          </p:nvCxnSpPr>
          <p:spPr>
            <a:xfrm flipH="1">
              <a:off x="3162846" y="3145850"/>
              <a:ext cx="6189" cy="22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E388C89-A9DC-92BA-B308-B40936C68853}"/>
                </a:ext>
              </a:extLst>
            </p:cNvPr>
            <p:cNvGrpSpPr/>
            <p:nvPr/>
          </p:nvGrpSpPr>
          <p:grpSpPr>
            <a:xfrm>
              <a:off x="2181741" y="5441131"/>
              <a:ext cx="7848837" cy="400685"/>
              <a:chOff x="1968263" y="1055622"/>
              <a:chExt cx="5157152" cy="40119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1680420-29C3-9B43-1A3F-C42310AB3B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8263" y="1055623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492DDE8-E641-F7F1-C378-7525EE48AA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6127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885CF69-A10C-95F5-EC25-642EC43700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6839" y="1056127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D34C658-6D62-8645-038D-0EC1E488CD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7551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D389F29-01FA-37BD-3B06-C3031351C50B}"/>
                </a:ext>
              </a:extLst>
            </p:cNvPr>
            <p:cNvCxnSpPr>
              <a:cxnSpLocks/>
              <a:stCxn id="61" idx="4"/>
              <a:endCxn id="89" idx="0"/>
            </p:cNvCxnSpPr>
            <p:nvPr/>
          </p:nvCxnSpPr>
          <p:spPr>
            <a:xfrm flipH="1">
              <a:off x="5125055" y="3744465"/>
              <a:ext cx="6348" cy="16966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A0567C5-E202-3CAB-C3B3-C71483B49EBB}"/>
                </a:ext>
              </a:extLst>
            </p:cNvPr>
            <p:cNvCxnSpPr>
              <a:cxnSpLocks/>
              <a:stCxn id="67" idx="4"/>
              <a:endCxn id="87" idx="0"/>
            </p:cNvCxnSpPr>
            <p:nvPr/>
          </p:nvCxnSpPr>
          <p:spPr>
            <a:xfrm>
              <a:off x="7087264" y="4144646"/>
              <a:ext cx="1" cy="12969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9290CAB-B31B-9EE1-9EBA-1426A3B28996}"/>
                </a:ext>
              </a:extLst>
            </p:cNvPr>
            <p:cNvCxnSpPr>
              <a:cxnSpLocks/>
              <a:stCxn id="72" idx="4"/>
              <a:endCxn id="86" idx="0"/>
            </p:cNvCxnSpPr>
            <p:nvPr/>
          </p:nvCxnSpPr>
          <p:spPr>
            <a:xfrm>
              <a:off x="9049473" y="4544827"/>
              <a:ext cx="1" cy="8963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770DBE1-23BF-EB8A-1BC0-8E812E087AB8}"/>
                </a:ext>
              </a:extLst>
            </p:cNvPr>
            <p:cNvCxnSpPr>
              <a:cxnSpLocks/>
              <a:endCxn id="61" idx="2"/>
            </p:cNvCxnSpPr>
            <p:nvPr/>
          </p:nvCxnSpPr>
          <p:spPr>
            <a:xfrm>
              <a:off x="3169195" y="3544375"/>
              <a:ext cx="17621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B8EE657-2EEC-6110-F6B5-0E9D202F5F2E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04" y="3944555"/>
              <a:ext cx="17621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3AA4C204-4040-3C9E-A0E5-5C259A9D84B2}"/>
                </a:ext>
              </a:extLst>
            </p:cNvPr>
            <p:cNvCxnSpPr>
              <a:cxnSpLocks/>
            </p:cNvCxnSpPr>
            <p:nvPr/>
          </p:nvCxnSpPr>
          <p:spPr>
            <a:xfrm>
              <a:off x="7077103" y="4344736"/>
              <a:ext cx="17621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E1E2BA6-E568-18F2-C5A4-4B423E1AC898}"/>
                </a:ext>
              </a:extLst>
            </p:cNvPr>
            <p:cNvSpPr/>
            <p:nvPr/>
          </p:nvSpPr>
          <p:spPr>
            <a:xfrm>
              <a:off x="3137960" y="3514657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91D53F3-4458-646C-34FB-1D3D895A8D96}"/>
                </a:ext>
              </a:extLst>
            </p:cNvPr>
            <p:cNvSpPr/>
            <p:nvPr/>
          </p:nvSpPr>
          <p:spPr>
            <a:xfrm>
              <a:off x="9016647" y="2915131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CA2320D-3596-2AE1-027E-B878EEC783F9}"/>
                </a:ext>
              </a:extLst>
            </p:cNvPr>
            <p:cNvSpPr/>
            <p:nvPr/>
          </p:nvSpPr>
          <p:spPr>
            <a:xfrm>
              <a:off x="5098579" y="3920502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9C563D4-0EF5-8887-1AA4-268872198C0F}"/>
                </a:ext>
              </a:extLst>
            </p:cNvPr>
            <p:cNvSpPr/>
            <p:nvPr/>
          </p:nvSpPr>
          <p:spPr>
            <a:xfrm>
              <a:off x="7052979" y="4314255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0048354-02DA-208A-5C20-ABA65C128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4782" y="1491064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6B344CA-1F8A-1DA3-9D07-3539F9762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6991" y="1490072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0F371E63-1ADB-DCEF-C921-497FF6485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2690" y="1491064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15CA679-08B0-EB6D-C860-EDD5213C4D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5058" y="1496686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31F7C86-150B-1711-316F-D7BCF0C6AF21}"/>
                </a:ext>
              </a:extLst>
            </p:cNvPr>
            <p:cNvSpPr txBox="1"/>
            <p:nvPr/>
          </p:nvSpPr>
          <p:spPr>
            <a:xfrm>
              <a:off x="2273695" y="98633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K0    K1    K2    K3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451499F-E5C2-C867-DBE3-7D89870AA32D}"/>
                </a:ext>
              </a:extLst>
            </p:cNvPr>
            <p:cNvSpPr txBox="1"/>
            <p:nvPr/>
          </p:nvSpPr>
          <p:spPr>
            <a:xfrm>
              <a:off x="4242803" y="992677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K4    K5    K6    K7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3D83EC1-92F8-3293-CC93-86516D414D53}"/>
                </a:ext>
              </a:extLst>
            </p:cNvPr>
            <p:cNvSpPr txBox="1"/>
            <p:nvPr/>
          </p:nvSpPr>
          <p:spPr>
            <a:xfrm>
              <a:off x="6126719" y="978485"/>
              <a:ext cx="192132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K8    K9   K10   K11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4A03DAA-B58B-A7C7-1691-40A4EC024B5C}"/>
                </a:ext>
              </a:extLst>
            </p:cNvPr>
            <p:cNvSpPr txBox="1"/>
            <p:nvPr/>
          </p:nvSpPr>
          <p:spPr>
            <a:xfrm>
              <a:off x="8078765" y="979225"/>
              <a:ext cx="1962210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K12  K13  K14  K15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18C9F24-8EF2-EB14-0CAF-664A5DE01707}"/>
                </a:ext>
              </a:extLst>
            </p:cNvPr>
            <p:cNvSpPr txBox="1"/>
            <p:nvPr/>
          </p:nvSpPr>
          <p:spPr>
            <a:xfrm>
              <a:off x="3179355" y="1404062"/>
              <a:ext cx="89636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4350A85-EF69-68C7-BD29-CFE9EE396280}"/>
                </a:ext>
              </a:extLst>
            </p:cNvPr>
            <p:cNvSpPr txBox="1"/>
            <p:nvPr/>
          </p:nvSpPr>
          <p:spPr>
            <a:xfrm>
              <a:off x="5134862" y="1406016"/>
              <a:ext cx="882373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91A3DA7-1D06-D44D-F707-09511D9B2264}"/>
                </a:ext>
              </a:extLst>
            </p:cNvPr>
            <p:cNvSpPr txBox="1"/>
            <p:nvPr/>
          </p:nvSpPr>
          <p:spPr>
            <a:xfrm>
              <a:off x="7105661" y="1399333"/>
              <a:ext cx="962570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0EC2B38-5474-4FD8-51F7-AB00B536392F}"/>
                </a:ext>
              </a:extLst>
            </p:cNvPr>
            <p:cNvSpPr txBox="1"/>
            <p:nvPr/>
          </p:nvSpPr>
          <p:spPr>
            <a:xfrm>
              <a:off x="9077018" y="1425945"/>
              <a:ext cx="1045753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65C607E-99DC-2376-F884-EEA4D679F57C}"/>
                </a:ext>
              </a:extLst>
            </p:cNvPr>
            <p:cNvSpPr txBox="1"/>
            <p:nvPr/>
          </p:nvSpPr>
          <p:spPr>
            <a:xfrm>
              <a:off x="2273695" y="1857820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W[0]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75856FD-F794-026F-2C82-DF7988FC3A7C}"/>
                </a:ext>
              </a:extLst>
            </p:cNvPr>
            <p:cNvSpPr txBox="1"/>
            <p:nvPr/>
          </p:nvSpPr>
          <p:spPr>
            <a:xfrm>
              <a:off x="4174521" y="1861519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W[1]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518A5B2-B9D7-ECD0-7574-895953732025}"/>
                </a:ext>
              </a:extLst>
            </p:cNvPr>
            <p:cNvSpPr txBox="1"/>
            <p:nvPr/>
          </p:nvSpPr>
          <p:spPr>
            <a:xfrm>
              <a:off x="6126719" y="1849971"/>
              <a:ext cx="192132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W[2]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A562E34-9B6E-E944-F991-F4B8BC5A6233}"/>
                </a:ext>
              </a:extLst>
            </p:cNvPr>
            <p:cNvSpPr txBox="1"/>
            <p:nvPr/>
          </p:nvSpPr>
          <p:spPr>
            <a:xfrm>
              <a:off x="8078765" y="1850712"/>
              <a:ext cx="194188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W[3]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BB978B5-E103-A489-4462-40D9650CD335}"/>
                </a:ext>
              </a:extLst>
            </p:cNvPr>
            <p:cNvSpPr txBox="1"/>
            <p:nvPr/>
          </p:nvSpPr>
          <p:spPr>
            <a:xfrm>
              <a:off x="2273695" y="544035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W[4]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4DD8AA2-08B8-A534-4357-E0CF67BBE479}"/>
                </a:ext>
              </a:extLst>
            </p:cNvPr>
            <p:cNvSpPr txBox="1"/>
            <p:nvPr/>
          </p:nvSpPr>
          <p:spPr>
            <a:xfrm>
              <a:off x="4174521" y="544405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W[5]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296EBEA-EC62-6264-3FE5-D425A4611008}"/>
                </a:ext>
              </a:extLst>
            </p:cNvPr>
            <p:cNvSpPr txBox="1"/>
            <p:nvPr/>
          </p:nvSpPr>
          <p:spPr>
            <a:xfrm>
              <a:off x="6126719" y="5432503"/>
              <a:ext cx="192132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W[6]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6A2BDA0-F857-A4C5-D506-6419B3A35CCB}"/>
                </a:ext>
              </a:extLst>
            </p:cNvPr>
            <p:cNvSpPr txBox="1"/>
            <p:nvPr/>
          </p:nvSpPr>
          <p:spPr>
            <a:xfrm>
              <a:off x="8078765" y="5433243"/>
              <a:ext cx="194188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W[8]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76404F0-C683-C36D-12B2-EA28B35A65AA}"/>
                </a:ext>
              </a:extLst>
            </p:cNvPr>
            <p:cNvSpPr txBox="1"/>
            <p:nvPr/>
          </p:nvSpPr>
          <p:spPr>
            <a:xfrm>
              <a:off x="209372" y="184997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Round key 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9E25BFC-220E-3DCC-36AB-B690A5506E10}"/>
                </a:ext>
              </a:extLst>
            </p:cNvPr>
            <p:cNvSpPr txBox="1"/>
            <p:nvPr/>
          </p:nvSpPr>
          <p:spPr>
            <a:xfrm>
              <a:off x="367890" y="5418137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Next round key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CB2DD97-8D4E-9B0C-8573-260D535195F2}"/>
                </a:ext>
              </a:extLst>
            </p:cNvPr>
            <p:cNvCxnSpPr>
              <a:cxnSpLocks/>
            </p:cNvCxnSpPr>
            <p:nvPr/>
          </p:nvCxnSpPr>
          <p:spPr>
            <a:xfrm>
              <a:off x="3148507" y="5841312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7802413-28B5-096A-D228-C03C952DFBEF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04" y="5844760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5BEB7D2-3AFB-5C98-AE7B-505C11728466}"/>
                </a:ext>
              </a:extLst>
            </p:cNvPr>
            <p:cNvCxnSpPr>
              <a:cxnSpLocks/>
            </p:cNvCxnSpPr>
            <p:nvPr/>
          </p:nvCxnSpPr>
          <p:spPr>
            <a:xfrm>
              <a:off x="7091676" y="5841312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CF77EB2-5438-0505-010E-01B5752F8918}"/>
                </a:ext>
              </a:extLst>
            </p:cNvPr>
            <p:cNvCxnSpPr>
              <a:cxnSpLocks/>
            </p:cNvCxnSpPr>
            <p:nvPr/>
          </p:nvCxnSpPr>
          <p:spPr>
            <a:xfrm>
              <a:off x="9071059" y="5841312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45D65AC-F7B2-9F3B-2A11-E1D6D4756CF0}"/>
                </a:ext>
              </a:extLst>
            </p:cNvPr>
            <p:cNvCxnSpPr>
              <a:cxnSpLocks/>
            </p:cNvCxnSpPr>
            <p:nvPr/>
          </p:nvCxnSpPr>
          <p:spPr>
            <a:xfrm>
              <a:off x="4133790" y="6041402"/>
              <a:ext cx="0" cy="40018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24482B5-4D44-B939-D9A5-C687584585E6}"/>
                </a:ext>
              </a:extLst>
            </p:cNvPr>
            <p:cNvCxnSpPr>
              <a:cxnSpLocks/>
            </p:cNvCxnSpPr>
            <p:nvPr/>
          </p:nvCxnSpPr>
          <p:spPr>
            <a:xfrm>
              <a:off x="8102599" y="6041402"/>
              <a:ext cx="0" cy="40018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708F4EE-BFDF-188C-8423-FE6994CD66DB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6041402"/>
              <a:ext cx="0" cy="40018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0F1D479-3594-FC71-85E7-FA14ED6CE9DD}"/>
              </a:ext>
            </a:extLst>
          </p:cNvPr>
          <p:cNvCxnSpPr>
            <a:cxnSpLocks/>
          </p:cNvCxnSpPr>
          <p:nvPr/>
        </p:nvCxnSpPr>
        <p:spPr>
          <a:xfrm>
            <a:off x="5106390" y="1889820"/>
            <a:ext cx="22363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468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7584-8080-6D45-82DB-EBEAA666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290" y="236007"/>
            <a:ext cx="1737419" cy="31591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g-function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DC3676-6343-498E-1E39-E71FFAA62030}"/>
              </a:ext>
            </a:extLst>
          </p:cNvPr>
          <p:cNvGrpSpPr/>
          <p:nvPr/>
        </p:nvGrpSpPr>
        <p:grpSpPr>
          <a:xfrm>
            <a:off x="5301160" y="1270067"/>
            <a:ext cx="1646039" cy="400685"/>
            <a:chOff x="1968263" y="1055622"/>
            <a:chExt cx="5157152" cy="4011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323C7B-9BE0-9FDA-D7A7-0767652A6263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4785EA-84D2-B6F1-395B-618A7CF4EB28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6ED4BE-CA3F-00C9-E607-955D3DBD9DE7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2A5F3C-DA21-EC84-D383-BB314F0594E4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763561-0040-E546-5651-26734BBBEE62}"/>
              </a:ext>
            </a:extLst>
          </p:cNvPr>
          <p:cNvSpPr txBox="1"/>
          <p:nvPr/>
        </p:nvSpPr>
        <p:spPr>
          <a:xfrm>
            <a:off x="5212910" y="1285491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DD0E3-DBCA-C421-CF6E-0B04DE3C37D2}"/>
              </a:ext>
            </a:extLst>
          </p:cNvPr>
          <p:cNvSpPr txBox="1"/>
          <p:nvPr/>
        </p:nvSpPr>
        <p:spPr>
          <a:xfrm>
            <a:off x="5624420" y="1280993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2B602-6744-1813-5BF6-576EC20253D6}"/>
              </a:ext>
            </a:extLst>
          </p:cNvPr>
          <p:cNvSpPr txBox="1"/>
          <p:nvPr/>
        </p:nvSpPr>
        <p:spPr>
          <a:xfrm>
            <a:off x="6096000" y="1277527"/>
            <a:ext cx="46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FA7A0-1B24-68A3-63E3-2721C0DDB2B3}"/>
              </a:ext>
            </a:extLst>
          </p:cNvPr>
          <p:cNvSpPr txBox="1"/>
          <p:nvPr/>
        </p:nvSpPr>
        <p:spPr>
          <a:xfrm>
            <a:off x="6519812" y="1285491"/>
            <a:ext cx="4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A32466-640F-A631-579D-A081D2555476}"/>
              </a:ext>
            </a:extLst>
          </p:cNvPr>
          <p:cNvCxnSpPr>
            <a:cxnSpLocks/>
          </p:cNvCxnSpPr>
          <p:nvPr/>
        </p:nvCxnSpPr>
        <p:spPr>
          <a:xfrm>
            <a:off x="6097510" y="770055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418B45-8595-9943-6938-2855D6A8F350}"/>
              </a:ext>
            </a:extLst>
          </p:cNvPr>
          <p:cNvCxnSpPr>
            <a:cxnSpLocks/>
          </p:cNvCxnSpPr>
          <p:nvPr/>
        </p:nvCxnSpPr>
        <p:spPr>
          <a:xfrm flipH="1">
            <a:off x="6049606" y="890031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0577CB5-67F6-8FB4-2613-0889BE5D6FD6}"/>
              </a:ext>
            </a:extLst>
          </p:cNvPr>
          <p:cNvSpPr txBox="1"/>
          <p:nvPr/>
        </p:nvSpPr>
        <p:spPr>
          <a:xfrm>
            <a:off x="6124180" y="803030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DD17E4-E3AF-A529-4FF8-B351B8D5D702}"/>
              </a:ext>
            </a:extLst>
          </p:cNvPr>
          <p:cNvCxnSpPr>
            <a:cxnSpLocks/>
            <a:stCxn id="5" idx="2"/>
            <a:endCxn id="44" idx="0"/>
          </p:cNvCxnSpPr>
          <p:nvPr/>
        </p:nvCxnSpPr>
        <p:spPr>
          <a:xfrm rot="16200000" flipH="1">
            <a:off x="5637208" y="1539956"/>
            <a:ext cx="1070133" cy="13307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3F7500-C015-0ACD-8DCD-09EEF474A290}"/>
              </a:ext>
            </a:extLst>
          </p:cNvPr>
          <p:cNvCxnSpPr>
            <a:cxnSpLocks/>
          </p:cNvCxnSpPr>
          <p:nvPr/>
        </p:nvCxnSpPr>
        <p:spPr>
          <a:xfrm flipH="1">
            <a:off x="5472649" y="180564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406EC03-ACA2-A80D-574E-B568AC94481A}"/>
              </a:ext>
            </a:extLst>
          </p:cNvPr>
          <p:cNvSpPr txBox="1"/>
          <p:nvPr/>
        </p:nvSpPr>
        <p:spPr>
          <a:xfrm>
            <a:off x="5212910" y="1685672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C69C89-BDCF-527E-C041-E1B1B0AF58E2}"/>
              </a:ext>
            </a:extLst>
          </p:cNvPr>
          <p:cNvCxnSpPr>
            <a:cxnSpLocks/>
            <a:stCxn id="8" idx="2"/>
            <a:endCxn id="37" idx="0"/>
          </p:cNvCxnSpPr>
          <p:nvPr/>
        </p:nvCxnSpPr>
        <p:spPr>
          <a:xfrm rot="5400000">
            <a:off x="5181559" y="2011482"/>
            <a:ext cx="1078100" cy="395633"/>
          </a:xfrm>
          <a:prstGeom prst="bentConnector3">
            <a:avLst>
              <a:gd name="adj1" fmla="val 574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123454-184D-13EE-F3B2-7794AD45BC80}"/>
              </a:ext>
            </a:extLst>
          </p:cNvPr>
          <p:cNvCxnSpPr>
            <a:cxnSpLocks/>
          </p:cNvCxnSpPr>
          <p:nvPr/>
        </p:nvCxnSpPr>
        <p:spPr>
          <a:xfrm flipH="1">
            <a:off x="5873252" y="1801149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91024C-6E0F-0F85-E47E-30810129FEF4}"/>
              </a:ext>
            </a:extLst>
          </p:cNvPr>
          <p:cNvSpPr txBox="1"/>
          <p:nvPr/>
        </p:nvSpPr>
        <p:spPr>
          <a:xfrm>
            <a:off x="5613513" y="1681173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0855AA-8EC2-82A4-0636-935436E8C4D8}"/>
              </a:ext>
            </a:extLst>
          </p:cNvPr>
          <p:cNvCxnSpPr>
            <a:cxnSpLocks/>
            <a:stCxn id="7" idx="2"/>
            <a:endCxn id="40" idx="0"/>
          </p:cNvCxnSpPr>
          <p:nvPr/>
        </p:nvCxnSpPr>
        <p:spPr>
          <a:xfrm rot="5400000">
            <a:off x="5593322" y="2011733"/>
            <a:ext cx="1077595" cy="395633"/>
          </a:xfrm>
          <a:prstGeom prst="bentConnector3">
            <a:avLst>
              <a:gd name="adj1" fmla="val 616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C870C6-C985-50A6-8826-89D93C6D488A}"/>
              </a:ext>
            </a:extLst>
          </p:cNvPr>
          <p:cNvCxnSpPr>
            <a:cxnSpLocks/>
          </p:cNvCxnSpPr>
          <p:nvPr/>
        </p:nvCxnSpPr>
        <p:spPr>
          <a:xfrm flipH="1">
            <a:off x="6288146" y="1814117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821F76-2C2F-334E-1D09-BC556E0301F8}"/>
              </a:ext>
            </a:extLst>
          </p:cNvPr>
          <p:cNvSpPr txBox="1"/>
          <p:nvPr/>
        </p:nvSpPr>
        <p:spPr>
          <a:xfrm>
            <a:off x="6028407" y="1694141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6C00BD-FFE5-EA5B-F847-198F68ED665F}"/>
              </a:ext>
            </a:extLst>
          </p:cNvPr>
          <p:cNvCxnSpPr>
            <a:cxnSpLocks/>
            <a:stCxn id="6" idx="2"/>
            <a:endCxn id="43" idx="0"/>
          </p:cNvCxnSpPr>
          <p:nvPr/>
        </p:nvCxnSpPr>
        <p:spPr>
          <a:xfrm rot="5400000">
            <a:off x="6000849" y="2015211"/>
            <a:ext cx="1085559" cy="395632"/>
          </a:xfrm>
          <a:prstGeom prst="bentConnector3">
            <a:avLst>
              <a:gd name="adj1" fmla="val 668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A61876-9283-7132-9A9F-0EBD6F23A644}"/>
              </a:ext>
            </a:extLst>
          </p:cNvPr>
          <p:cNvCxnSpPr>
            <a:cxnSpLocks/>
          </p:cNvCxnSpPr>
          <p:nvPr/>
        </p:nvCxnSpPr>
        <p:spPr>
          <a:xfrm flipH="1">
            <a:off x="6682324" y="180564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18A5AAD-8578-5170-3B9F-4424E9F97469}"/>
              </a:ext>
            </a:extLst>
          </p:cNvPr>
          <p:cNvSpPr txBox="1"/>
          <p:nvPr/>
        </p:nvSpPr>
        <p:spPr>
          <a:xfrm>
            <a:off x="6422585" y="1685672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01E8A50-5C72-A9D3-7BCF-8F88458DB2B5}"/>
              </a:ext>
            </a:extLst>
          </p:cNvPr>
          <p:cNvGrpSpPr/>
          <p:nvPr/>
        </p:nvGrpSpPr>
        <p:grpSpPr>
          <a:xfrm>
            <a:off x="5317037" y="2748347"/>
            <a:ext cx="1646039" cy="400685"/>
            <a:chOff x="1968263" y="1055622"/>
            <a:chExt cx="5157152" cy="40119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CC9A284-C6C5-A0B5-C885-0B8BA2A7893E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E50815-315B-5268-9566-CEB644FCEFA9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801349C-186B-279D-A460-486AED468401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B7308E-8477-C8D0-C7E8-64F834B3FA0D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911A219-054F-16D0-F21C-C9D62A7D11AF}"/>
              </a:ext>
            </a:extLst>
          </p:cNvPr>
          <p:cNvSpPr txBox="1"/>
          <p:nvPr/>
        </p:nvSpPr>
        <p:spPr>
          <a:xfrm>
            <a:off x="5228787" y="2763771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A11BD-BF88-FB39-8692-2306BA178BD8}"/>
              </a:ext>
            </a:extLst>
          </p:cNvPr>
          <p:cNvSpPr txBox="1"/>
          <p:nvPr/>
        </p:nvSpPr>
        <p:spPr>
          <a:xfrm>
            <a:off x="5640297" y="2759273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1100C9-B57A-ECEB-D5C6-213AB7160135}"/>
              </a:ext>
            </a:extLst>
          </p:cNvPr>
          <p:cNvSpPr txBox="1"/>
          <p:nvPr/>
        </p:nvSpPr>
        <p:spPr>
          <a:xfrm>
            <a:off x="6111877" y="2755807"/>
            <a:ext cx="46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1A9248-5E32-1DF4-34F1-0E14BB583C4E}"/>
              </a:ext>
            </a:extLst>
          </p:cNvPr>
          <p:cNvSpPr txBox="1"/>
          <p:nvPr/>
        </p:nvSpPr>
        <p:spPr>
          <a:xfrm>
            <a:off x="6543628" y="2740382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35D97A5-860E-7036-D9BD-9D733CFD8E70}"/>
              </a:ext>
            </a:extLst>
          </p:cNvPr>
          <p:cNvSpPr/>
          <p:nvPr/>
        </p:nvSpPr>
        <p:spPr>
          <a:xfrm>
            <a:off x="5038148" y="365720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A8BD9F1-F35F-5C1C-A456-566F3068B161}"/>
              </a:ext>
            </a:extLst>
          </p:cNvPr>
          <p:cNvSpPr/>
          <p:nvPr/>
        </p:nvSpPr>
        <p:spPr>
          <a:xfrm>
            <a:off x="5637976" y="365720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2117A86-C2C7-40E9-9A69-FBA53A6D93BC}"/>
              </a:ext>
            </a:extLst>
          </p:cNvPr>
          <p:cNvSpPr/>
          <p:nvPr/>
        </p:nvSpPr>
        <p:spPr>
          <a:xfrm>
            <a:off x="6232115" y="365720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7392C6B-F1A5-584B-A586-F084BA32578B}"/>
              </a:ext>
            </a:extLst>
          </p:cNvPr>
          <p:cNvSpPr/>
          <p:nvPr/>
        </p:nvSpPr>
        <p:spPr>
          <a:xfrm>
            <a:off x="6837632" y="3641778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15">
            <a:extLst>
              <a:ext uri="{FF2B5EF4-FFF2-40B4-BE49-F238E27FC236}">
                <a16:creationId xmlns:a16="http://schemas.microsoft.com/office/drawing/2014/main" id="{A1F85E32-BB8C-D86F-448B-440AA4D0AB88}"/>
              </a:ext>
            </a:extLst>
          </p:cNvPr>
          <p:cNvCxnSpPr>
            <a:cxnSpLocks/>
            <a:stCxn id="37" idx="2"/>
            <a:endCxn id="66" idx="0"/>
          </p:cNvCxnSpPr>
          <p:nvPr/>
        </p:nvCxnSpPr>
        <p:spPr>
          <a:xfrm rot="5400000">
            <a:off x="5126179" y="3260590"/>
            <a:ext cx="508675" cy="28455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15">
            <a:extLst>
              <a:ext uri="{FF2B5EF4-FFF2-40B4-BE49-F238E27FC236}">
                <a16:creationId xmlns:a16="http://schemas.microsoft.com/office/drawing/2014/main" id="{1CDD7755-4112-98A7-CBAB-A1F56CC8F6BE}"/>
              </a:ext>
            </a:extLst>
          </p:cNvPr>
          <p:cNvCxnSpPr>
            <a:cxnSpLocks/>
            <a:stCxn id="42" idx="2"/>
            <a:endCxn id="82" idx="0"/>
          </p:cNvCxnSpPr>
          <p:nvPr/>
        </p:nvCxnSpPr>
        <p:spPr>
          <a:xfrm rot="5400000">
            <a:off x="5621886" y="3344787"/>
            <a:ext cx="528599" cy="962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15">
            <a:extLst>
              <a:ext uri="{FF2B5EF4-FFF2-40B4-BE49-F238E27FC236}">
                <a16:creationId xmlns:a16="http://schemas.microsoft.com/office/drawing/2014/main" id="{E6DB3F70-7B47-A7CC-F329-77B32206BE3C}"/>
              </a:ext>
            </a:extLst>
          </p:cNvPr>
          <p:cNvCxnSpPr>
            <a:cxnSpLocks/>
            <a:stCxn id="39" idx="2"/>
            <a:endCxn id="83" idx="0"/>
          </p:cNvCxnSpPr>
          <p:nvPr/>
        </p:nvCxnSpPr>
        <p:spPr>
          <a:xfrm rot="16200000" flipH="1">
            <a:off x="6134923" y="3359921"/>
            <a:ext cx="508172" cy="863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15">
            <a:extLst>
              <a:ext uri="{FF2B5EF4-FFF2-40B4-BE49-F238E27FC236}">
                <a16:creationId xmlns:a16="http://schemas.microsoft.com/office/drawing/2014/main" id="{23F8DD1A-9241-EAB0-16E3-48BAC6C76F20}"/>
              </a:ext>
            </a:extLst>
          </p:cNvPr>
          <p:cNvCxnSpPr>
            <a:cxnSpLocks/>
            <a:stCxn id="38" idx="2"/>
            <a:endCxn id="84" idx="0"/>
          </p:cNvCxnSpPr>
          <p:nvPr/>
        </p:nvCxnSpPr>
        <p:spPr>
          <a:xfrm rot="16200000" flipH="1">
            <a:off x="6650897" y="3254952"/>
            <a:ext cx="493250" cy="2804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6DCA8F1E-3117-B374-A297-616C12364341}"/>
              </a:ext>
            </a:extLst>
          </p:cNvPr>
          <p:cNvSpPr/>
          <p:nvPr/>
        </p:nvSpPr>
        <p:spPr>
          <a:xfrm>
            <a:off x="5038148" y="4535212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1B9A758-534A-0725-E688-AEB53403BD98}"/>
              </a:ext>
            </a:extLst>
          </p:cNvPr>
          <p:cNvCxnSpPr>
            <a:cxnSpLocks/>
            <a:stCxn id="97" idx="0"/>
            <a:endCxn id="97" idx="4"/>
          </p:cNvCxnSpPr>
          <p:nvPr/>
        </p:nvCxnSpPr>
        <p:spPr>
          <a:xfrm>
            <a:off x="5238239" y="45352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DA1ADF6-CE31-66F2-E9D1-9A8F4E1E8EB4}"/>
              </a:ext>
            </a:extLst>
          </p:cNvPr>
          <p:cNvCxnSpPr>
            <a:cxnSpLocks/>
            <a:stCxn id="97" idx="6"/>
            <a:endCxn id="97" idx="2"/>
          </p:cNvCxnSpPr>
          <p:nvPr/>
        </p:nvCxnSpPr>
        <p:spPr>
          <a:xfrm flipH="1">
            <a:off x="5038148" y="4735303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5">
            <a:extLst>
              <a:ext uri="{FF2B5EF4-FFF2-40B4-BE49-F238E27FC236}">
                <a16:creationId xmlns:a16="http://schemas.microsoft.com/office/drawing/2014/main" id="{9FF10268-BC17-4AF9-916C-E3A999F836CD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3818665" y="4735303"/>
            <a:ext cx="1219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6D39529-6483-CA77-D4A3-AA9D8C68323C}"/>
              </a:ext>
            </a:extLst>
          </p:cNvPr>
          <p:cNvCxnSpPr>
            <a:cxnSpLocks/>
          </p:cNvCxnSpPr>
          <p:nvPr/>
        </p:nvCxnSpPr>
        <p:spPr>
          <a:xfrm flipH="1">
            <a:off x="4363994" y="4678340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CF6C30A-1738-B4AF-47F7-BEF629818CEB}"/>
              </a:ext>
            </a:extLst>
          </p:cNvPr>
          <p:cNvSpPr txBox="1"/>
          <p:nvPr/>
        </p:nvSpPr>
        <p:spPr>
          <a:xfrm>
            <a:off x="4287541" y="4365970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42B73D3-69C9-C651-146A-DBA2308C8E67}"/>
              </a:ext>
            </a:extLst>
          </p:cNvPr>
          <p:cNvSpPr txBox="1"/>
          <p:nvPr/>
        </p:nvSpPr>
        <p:spPr>
          <a:xfrm>
            <a:off x="2182797" y="4566061"/>
            <a:ext cx="172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Round Count</a:t>
            </a:r>
          </a:p>
        </p:txBody>
      </p:sp>
      <p:cxnSp>
        <p:nvCxnSpPr>
          <p:cNvPr id="113" name="Straight Arrow Connector 15">
            <a:extLst>
              <a:ext uri="{FF2B5EF4-FFF2-40B4-BE49-F238E27FC236}">
                <a16:creationId xmlns:a16="http://schemas.microsoft.com/office/drawing/2014/main" id="{5ADE5F81-7308-88EF-0DDD-2B97A7464E4A}"/>
              </a:ext>
            </a:extLst>
          </p:cNvPr>
          <p:cNvCxnSpPr>
            <a:cxnSpLocks/>
            <a:stCxn id="66" idx="4"/>
            <a:endCxn id="97" idx="0"/>
          </p:cNvCxnSpPr>
          <p:nvPr/>
        </p:nvCxnSpPr>
        <p:spPr>
          <a:xfrm>
            <a:off x="5238239" y="4057385"/>
            <a:ext cx="0" cy="477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EAEA063-4EC6-0CB0-6814-0CFE1C5FD133}"/>
              </a:ext>
            </a:extLst>
          </p:cNvPr>
          <p:cNvSpPr txBox="1"/>
          <p:nvPr/>
        </p:nvSpPr>
        <p:spPr>
          <a:xfrm>
            <a:off x="5069665" y="3680093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44EDE8B-C3A6-DB81-09FF-B8BE95D00506}"/>
              </a:ext>
            </a:extLst>
          </p:cNvPr>
          <p:cNvSpPr txBox="1"/>
          <p:nvPr/>
        </p:nvSpPr>
        <p:spPr>
          <a:xfrm>
            <a:off x="5666994" y="3675353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61AE1F-F78B-4570-70E7-B72D7EB6488A}"/>
              </a:ext>
            </a:extLst>
          </p:cNvPr>
          <p:cNvSpPr txBox="1"/>
          <p:nvPr/>
        </p:nvSpPr>
        <p:spPr>
          <a:xfrm>
            <a:off x="6261133" y="3677738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E80018E-17B3-8F2E-4104-4CFEAA8B03BE}"/>
              </a:ext>
            </a:extLst>
          </p:cNvPr>
          <p:cNvSpPr txBox="1"/>
          <p:nvPr/>
        </p:nvSpPr>
        <p:spPr>
          <a:xfrm>
            <a:off x="6866650" y="3664291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76777CD-456A-C298-3EF9-CCDF9F249F94}"/>
              </a:ext>
            </a:extLst>
          </p:cNvPr>
          <p:cNvCxnSpPr>
            <a:cxnSpLocks/>
          </p:cNvCxnSpPr>
          <p:nvPr/>
        </p:nvCxnSpPr>
        <p:spPr>
          <a:xfrm>
            <a:off x="5227290" y="5435600"/>
            <a:ext cx="18348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5F4EAF7-D470-C34B-24E4-C41FF7B8649A}"/>
              </a:ext>
            </a:extLst>
          </p:cNvPr>
          <p:cNvCxnSpPr>
            <a:cxnSpLocks/>
            <a:endCxn id="117" idx="2"/>
          </p:cNvCxnSpPr>
          <p:nvPr/>
        </p:nvCxnSpPr>
        <p:spPr>
          <a:xfrm flipH="1" flipV="1">
            <a:off x="5838066" y="4044685"/>
            <a:ext cx="17428" cy="139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B97C79D-88BD-0335-CE69-41D2A7EE3AC8}"/>
              </a:ext>
            </a:extLst>
          </p:cNvPr>
          <p:cNvCxnSpPr>
            <a:cxnSpLocks/>
          </p:cNvCxnSpPr>
          <p:nvPr/>
        </p:nvCxnSpPr>
        <p:spPr>
          <a:xfrm flipH="1" flipV="1">
            <a:off x="6433974" y="4049425"/>
            <a:ext cx="17428" cy="139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8FD03C4-74C9-A12A-45B5-DF5EBDCD6B20}"/>
              </a:ext>
            </a:extLst>
          </p:cNvPr>
          <p:cNvCxnSpPr>
            <a:cxnSpLocks/>
          </p:cNvCxnSpPr>
          <p:nvPr/>
        </p:nvCxnSpPr>
        <p:spPr>
          <a:xfrm flipH="1" flipV="1">
            <a:off x="7044750" y="4044685"/>
            <a:ext cx="17428" cy="139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872139A-6B0F-9A6A-9D18-D66B1501CCEC}"/>
              </a:ext>
            </a:extLst>
          </p:cNvPr>
          <p:cNvCxnSpPr>
            <a:cxnSpLocks/>
            <a:endCxn id="97" idx="4"/>
          </p:cNvCxnSpPr>
          <p:nvPr/>
        </p:nvCxnSpPr>
        <p:spPr>
          <a:xfrm flipV="1">
            <a:off x="5238239" y="4935393"/>
            <a:ext cx="0" cy="500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7F620BE-5986-B057-67F4-91C6B6A23B4C}"/>
              </a:ext>
            </a:extLst>
          </p:cNvPr>
          <p:cNvCxnSpPr>
            <a:cxnSpLocks/>
          </p:cNvCxnSpPr>
          <p:nvPr/>
        </p:nvCxnSpPr>
        <p:spPr>
          <a:xfrm>
            <a:off x="6146533" y="5423167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660518B-9934-7AFC-B55E-E812E638BDAA}"/>
              </a:ext>
            </a:extLst>
          </p:cNvPr>
          <p:cNvCxnSpPr>
            <a:cxnSpLocks/>
          </p:cNvCxnSpPr>
          <p:nvPr/>
        </p:nvCxnSpPr>
        <p:spPr>
          <a:xfrm flipH="1">
            <a:off x="6098629" y="5543143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733E4EE2-24D8-5A01-4BDB-1168919E24DE}"/>
              </a:ext>
            </a:extLst>
          </p:cNvPr>
          <p:cNvSpPr txBox="1"/>
          <p:nvPr/>
        </p:nvSpPr>
        <p:spPr>
          <a:xfrm>
            <a:off x="6173203" y="5456142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cxnSp>
        <p:nvCxnSpPr>
          <p:cNvPr id="20" name="Straight Arrow Connector 15">
            <a:extLst>
              <a:ext uri="{FF2B5EF4-FFF2-40B4-BE49-F238E27FC236}">
                <a16:creationId xmlns:a16="http://schemas.microsoft.com/office/drawing/2014/main" id="{1B357AB0-DAC7-36E7-3E17-F492EEE6E9A8}"/>
              </a:ext>
            </a:extLst>
          </p:cNvPr>
          <p:cNvCxnSpPr>
            <a:cxnSpLocks/>
          </p:cNvCxnSpPr>
          <p:nvPr/>
        </p:nvCxnSpPr>
        <p:spPr>
          <a:xfrm>
            <a:off x="3797246" y="3848958"/>
            <a:ext cx="1219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530040-5C0D-617D-4485-818C180C3074}"/>
              </a:ext>
            </a:extLst>
          </p:cNvPr>
          <p:cNvSpPr txBox="1"/>
          <p:nvPr/>
        </p:nvSpPr>
        <p:spPr>
          <a:xfrm>
            <a:off x="2813675" y="3652765"/>
            <a:ext cx="86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S-BOX</a:t>
            </a:r>
          </a:p>
        </p:txBody>
      </p:sp>
    </p:spTree>
    <p:extLst>
      <p:ext uri="{BB962C8B-B14F-4D97-AF65-F5344CB8AC3E}">
        <p14:creationId xmlns:p14="http://schemas.microsoft.com/office/powerpoint/2010/main" val="3538556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75364-CA71-32D2-D9FB-80C45641E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5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</TotalTime>
  <Words>359</Words>
  <Application>Microsoft Office PowerPoint</Application>
  <PresentationFormat>Widescreen</PresentationFormat>
  <Paragraphs>148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Key Generator</vt:lpstr>
      <vt:lpstr>PowerPoint Presentation</vt:lpstr>
      <vt:lpstr>g-function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عبدالرحمن حسن السيد حسن علي</dc:creator>
  <cp:lastModifiedBy>عبدالرحمن حسن السيد حسن علي</cp:lastModifiedBy>
  <cp:revision>58</cp:revision>
  <dcterms:created xsi:type="dcterms:W3CDTF">2025-12-17T17:13:24Z</dcterms:created>
  <dcterms:modified xsi:type="dcterms:W3CDTF">2026-02-22T12:09:30Z</dcterms:modified>
</cp:coreProperties>
</file>